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3" r:id="rId1"/>
  </p:sldMasterIdLst>
  <p:notesMasterIdLst>
    <p:notesMasterId r:id="rId18"/>
  </p:notesMasterIdLst>
  <p:sldIdLst>
    <p:sldId id="257" r:id="rId2"/>
    <p:sldId id="365" r:id="rId3"/>
    <p:sldId id="364" r:id="rId4"/>
    <p:sldId id="363" r:id="rId5"/>
    <p:sldId id="362" r:id="rId6"/>
    <p:sldId id="361" r:id="rId7"/>
    <p:sldId id="360" r:id="rId8"/>
    <p:sldId id="359" r:id="rId9"/>
    <p:sldId id="358" r:id="rId10"/>
    <p:sldId id="357" r:id="rId11"/>
    <p:sldId id="356" r:id="rId12"/>
    <p:sldId id="355" r:id="rId13"/>
    <p:sldId id="354" r:id="rId14"/>
    <p:sldId id="370" r:id="rId15"/>
    <p:sldId id="372" r:id="rId16"/>
    <p:sldId id="290"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07" autoAdjust="0"/>
  </p:normalViewPr>
  <p:slideViewPr>
    <p:cSldViewPr snapToGrid="0">
      <p:cViewPr>
        <p:scale>
          <a:sx n="80" d="100"/>
          <a:sy n="80" d="100"/>
        </p:scale>
        <p:origin x="-1526"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 name="Google Shape;3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55612" y="1004887"/>
            <a:ext cx="8255100" cy="658800"/>
          </a:xfrm>
          <a:prstGeom prst="rect">
            <a:avLst/>
          </a:prstGeom>
          <a:noFill/>
          <a:ln>
            <a:noFill/>
          </a:ln>
        </p:spPr>
        <p:txBody>
          <a:bodyPr spcFirstLastPara="1" wrap="square" lIns="0" tIns="0" rIns="0" bIns="0" anchor="t" anchorCtr="0">
            <a:noAutofit/>
          </a:bodyPr>
          <a:lstStyle>
            <a:lvl1pPr lvl="0" algn="l" rtl="0">
              <a:lnSpc>
                <a:spcPct val="118181"/>
              </a:lnSpc>
              <a:spcBef>
                <a:spcPts val="0"/>
              </a:spcBef>
              <a:spcAft>
                <a:spcPts val="0"/>
              </a:spcAft>
              <a:buSzPts val="1400"/>
              <a:buNone/>
              <a:defRPr>
                <a:solidFill>
                  <a:srgbClr val="709E32"/>
                </a:solidFill>
              </a:defRPr>
            </a:lvl1pPr>
            <a:lvl2pPr lvl="1" algn="l" rtl="0">
              <a:lnSpc>
                <a:spcPct val="144444"/>
              </a:lnSpc>
              <a:spcBef>
                <a:spcPts val="0"/>
              </a:spcBef>
              <a:spcAft>
                <a:spcPts val="0"/>
              </a:spcAft>
              <a:buSzPts val="1400"/>
              <a:buNone/>
              <a:defRPr/>
            </a:lvl2pPr>
            <a:lvl3pPr lvl="2" algn="l" rtl="0">
              <a:lnSpc>
                <a:spcPct val="144444"/>
              </a:lnSpc>
              <a:spcBef>
                <a:spcPts val="0"/>
              </a:spcBef>
              <a:spcAft>
                <a:spcPts val="0"/>
              </a:spcAft>
              <a:buSzPts val="1400"/>
              <a:buNone/>
              <a:defRPr/>
            </a:lvl3pPr>
            <a:lvl4pPr lvl="3" algn="l" rtl="0">
              <a:lnSpc>
                <a:spcPct val="144444"/>
              </a:lnSpc>
              <a:spcBef>
                <a:spcPts val="0"/>
              </a:spcBef>
              <a:spcAft>
                <a:spcPts val="0"/>
              </a:spcAft>
              <a:buSzPts val="1400"/>
              <a:buNone/>
              <a:defRPr/>
            </a:lvl4pPr>
            <a:lvl5pPr lvl="4" algn="l" rtl="0">
              <a:lnSpc>
                <a:spcPct val="144444"/>
              </a:lnSpc>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455612" y="1970087"/>
            <a:ext cx="8259900" cy="40227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55613" y="1004888"/>
            <a:ext cx="8255100" cy="658800"/>
          </a:xfrm>
          <a:prstGeom prst="rect">
            <a:avLst/>
          </a:prstGeom>
          <a:noFill/>
          <a:ln>
            <a:noFill/>
          </a:ln>
        </p:spPr>
        <p:txBody>
          <a:bodyPr spcFirstLastPara="1" wrap="square" lIns="0" tIns="0" rIns="0" bIns="0" anchor="t" anchorCtr="0">
            <a:noAutofit/>
          </a:bodyPr>
          <a:lstStyle>
            <a:lvl1pPr lvl="0" algn="l" rtl="0">
              <a:lnSpc>
                <a:spcPct val="144444"/>
              </a:lnSpc>
              <a:spcBef>
                <a:spcPts val="0"/>
              </a:spcBef>
              <a:spcAft>
                <a:spcPts val="0"/>
              </a:spcAft>
              <a:buSzPts val="1400"/>
              <a:buNone/>
              <a:defRPr/>
            </a:lvl1pPr>
            <a:lvl2pPr lvl="1" algn="l" rtl="0">
              <a:lnSpc>
                <a:spcPct val="144444"/>
              </a:lnSpc>
              <a:spcBef>
                <a:spcPts val="0"/>
              </a:spcBef>
              <a:spcAft>
                <a:spcPts val="0"/>
              </a:spcAft>
              <a:buSzPts val="1400"/>
              <a:buNone/>
              <a:defRPr/>
            </a:lvl2pPr>
            <a:lvl3pPr lvl="2" algn="l" rtl="0">
              <a:lnSpc>
                <a:spcPct val="144444"/>
              </a:lnSpc>
              <a:spcBef>
                <a:spcPts val="0"/>
              </a:spcBef>
              <a:spcAft>
                <a:spcPts val="0"/>
              </a:spcAft>
              <a:buSzPts val="1400"/>
              <a:buNone/>
              <a:defRPr/>
            </a:lvl3pPr>
            <a:lvl4pPr lvl="3" algn="l" rtl="0">
              <a:lnSpc>
                <a:spcPct val="144444"/>
              </a:lnSpc>
              <a:spcBef>
                <a:spcPts val="0"/>
              </a:spcBef>
              <a:spcAft>
                <a:spcPts val="0"/>
              </a:spcAft>
              <a:buSzPts val="1400"/>
              <a:buNone/>
              <a:defRPr/>
            </a:lvl4pPr>
            <a:lvl5pPr lvl="4" algn="l" rtl="0">
              <a:lnSpc>
                <a:spcPct val="144444"/>
              </a:lnSpc>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455613" y="1970088"/>
            <a:ext cx="4053000" cy="40227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
        <p:nvSpPr>
          <p:cNvPr id="21" name="Google Shape;21;p4"/>
          <p:cNvSpPr>
            <a:spLocks noGrp="1"/>
          </p:cNvSpPr>
          <p:nvPr>
            <p:ph type="chart" idx="2"/>
          </p:nvPr>
        </p:nvSpPr>
        <p:spPr>
          <a:xfrm>
            <a:off x="4660900" y="1970088"/>
            <a:ext cx="4054500" cy="4022700"/>
          </a:xfrm>
          <a:prstGeom prst="rect">
            <a:avLst/>
          </a:prstGeom>
          <a:noFill/>
          <a:ln>
            <a:noFill/>
          </a:ln>
        </p:spPr>
        <p:txBody>
          <a:bodyPr spcFirstLastPara="1" wrap="square" lIns="0" tIns="0" rIns="0" bIns="0" anchor="t" anchorCtr="0">
            <a:noAutofit/>
          </a:bodyPr>
          <a:lstStyle>
            <a:lvl1pPr marR="0" lvl="0" algn="l" rtl="0">
              <a:spcBef>
                <a:spcPts val="1000"/>
              </a:spcBef>
              <a:spcAft>
                <a:spcPts val="0"/>
              </a:spcAft>
              <a:buClr>
                <a:srgbClr val="00026B"/>
              </a:buClr>
              <a:buSzPts val="2500"/>
              <a:buFont typeface="Arial"/>
              <a:buChar char="•"/>
              <a:defRPr sz="2000" b="0" i="0" u="none" strike="noStrike" cap="none">
                <a:solidFill>
                  <a:srgbClr val="00026B"/>
                </a:solidFill>
                <a:latin typeface="Arial"/>
                <a:ea typeface="Arial"/>
                <a:cs typeface="Arial"/>
                <a:sym typeface="Arial"/>
              </a:defRPr>
            </a:lvl1pPr>
            <a:lvl2pPr marR="0" lvl="1" algn="l" rtl="0">
              <a:spcBef>
                <a:spcPts val="1400"/>
              </a:spcBef>
              <a:spcAft>
                <a:spcPts val="0"/>
              </a:spcAft>
              <a:buClr>
                <a:srgbClr val="44687D"/>
              </a:buClr>
              <a:buSzPts val="3500"/>
              <a:buFont typeface="Arial"/>
              <a:buChar char="–"/>
              <a:defRPr sz="2800" b="0" i="0" u="none" strike="noStrike" cap="none">
                <a:solidFill>
                  <a:srgbClr val="606060"/>
                </a:solidFill>
                <a:latin typeface="Arial"/>
                <a:ea typeface="Arial"/>
                <a:cs typeface="Arial"/>
                <a:sym typeface="Arial"/>
              </a:defRPr>
            </a:lvl2pPr>
            <a:lvl3pPr marR="0" lvl="2" algn="l" rtl="0">
              <a:spcBef>
                <a:spcPts val="1200"/>
              </a:spcBef>
              <a:spcAft>
                <a:spcPts val="0"/>
              </a:spcAft>
              <a:buClr>
                <a:srgbClr val="44687D"/>
              </a:buClr>
              <a:buSzPts val="3000"/>
              <a:buFont typeface="Arial"/>
              <a:buChar char="•"/>
              <a:defRPr sz="2400" b="0" i="0" u="none" strike="noStrike" cap="none">
                <a:solidFill>
                  <a:srgbClr val="606060"/>
                </a:solidFill>
                <a:latin typeface="Arial"/>
                <a:ea typeface="Arial"/>
                <a:cs typeface="Arial"/>
                <a:sym typeface="Arial"/>
              </a:defRPr>
            </a:lvl3pPr>
            <a:lvl4pPr marR="0" lvl="3" algn="l" rtl="0">
              <a:spcBef>
                <a:spcPts val="1000"/>
              </a:spcBef>
              <a:spcAft>
                <a:spcPts val="0"/>
              </a:spcAft>
              <a:buClr>
                <a:srgbClr val="44687D"/>
              </a:buClr>
              <a:buSzPts val="2500"/>
              <a:buFont typeface="Arial"/>
              <a:buChar char="–"/>
              <a:defRPr sz="2000" b="0" i="0" u="none" strike="noStrike" cap="none">
                <a:solidFill>
                  <a:srgbClr val="606060"/>
                </a:solidFill>
                <a:latin typeface="Arial"/>
                <a:ea typeface="Arial"/>
                <a:cs typeface="Arial"/>
                <a:sym typeface="Arial"/>
              </a:defRPr>
            </a:lvl4pPr>
            <a:lvl5pPr marR="0" lvl="4" algn="l" rtl="0">
              <a:spcBef>
                <a:spcPts val="700"/>
              </a:spcBef>
              <a:spcAft>
                <a:spcPts val="0"/>
              </a:spcAft>
              <a:buClr>
                <a:srgbClr val="44687D"/>
              </a:buClr>
              <a:buSzPts val="1750"/>
              <a:buFont typeface="Arial"/>
              <a:buChar char="»"/>
              <a:defRPr sz="1400" b="0" i="0" u="none" strike="noStrike" cap="none">
                <a:solidFill>
                  <a:srgbClr val="606060"/>
                </a:solidFill>
                <a:latin typeface="Arial"/>
                <a:ea typeface="Arial"/>
                <a:cs typeface="Arial"/>
                <a:sym typeface="Arial"/>
              </a:defRPr>
            </a:lvl5pPr>
            <a:lvl6pPr marR="0" lvl="5"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6pPr>
            <a:lvl7pPr marR="0" lvl="6"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7pPr>
            <a:lvl8pPr marR="0" lvl="7"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8pPr>
            <a:lvl9pPr marR="0" lvl="8"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9pPr>
          </a:lstStyle>
          <a:p>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55613" y="1004888"/>
            <a:ext cx="8255100" cy="658800"/>
          </a:xfrm>
          <a:prstGeom prst="rect">
            <a:avLst/>
          </a:prstGeom>
          <a:noFill/>
          <a:ln>
            <a:noFill/>
          </a:ln>
        </p:spPr>
        <p:txBody>
          <a:bodyPr spcFirstLastPara="1" wrap="square" lIns="0" tIns="0" rIns="0" bIns="0" anchor="t" anchorCtr="0">
            <a:noAutofit/>
          </a:bodyPr>
          <a:lstStyle>
            <a:lvl1pPr lvl="0" algn="l" rtl="0">
              <a:lnSpc>
                <a:spcPct val="144444"/>
              </a:lnSpc>
              <a:spcBef>
                <a:spcPts val="0"/>
              </a:spcBef>
              <a:spcAft>
                <a:spcPts val="0"/>
              </a:spcAft>
              <a:buSzPts val="1400"/>
              <a:buNone/>
              <a:defRPr/>
            </a:lvl1pPr>
            <a:lvl2pPr lvl="1" algn="l" rtl="0">
              <a:lnSpc>
                <a:spcPct val="144444"/>
              </a:lnSpc>
              <a:spcBef>
                <a:spcPts val="0"/>
              </a:spcBef>
              <a:spcAft>
                <a:spcPts val="0"/>
              </a:spcAft>
              <a:buSzPts val="1400"/>
              <a:buNone/>
              <a:defRPr/>
            </a:lvl2pPr>
            <a:lvl3pPr lvl="2" algn="l" rtl="0">
              <a:lnSpc>
                <a:spcPct val="144444"/>
              </a:lnSpc>
              <a:spcBef>
                <a:spcPts val="0"/>
              </a:spcBef>
              <a:spcAft>
                <a:spcPts val="0"/>
              </a:spcAft>
              <a:buSzPts val="1400"/>
              <a:buNone/>
              <a:defRPr/>
            </a:lvl3pPr>
            <a:lvl4pPr lvl="3" algn="l" rtl="0">
              <a:lnSpc>
                <a:spcPct val="144444"/>
              </a:lnSpc>
              <a:spcBef>
                <a:spcPts val="0"/>
              </a:spcBef>
              <a:spcAft>
                <a:spcPts val="0"/>
              </a:spcAft>
              <a:buSzPts val="1400"/>
              <a:buNone/>
              <a:defRPr/>
            </a:lvl4pPr>
            <a:lvl5pPr lvl="4" algn="l" rtl="0">
              <a:lnSpc>
                <a:spcPct val="144444"/>
              </a:lnSpc>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455613" y="1970088"/>
            <a:ext cx="4053000" cy="19353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
        <p:nvSpPr>
          <p:cNvPr id="25" name="Google Shape;25;p5"/>
          <p:cNvSpPr txBox="1">
            <a:spLocks noGrp="1"/>
          </p:cNvSpPr>
          <p:nvPr>
            <p:ph type="body" idx="2"/>
          </p:nvPr>
        </p:nvSpPr>
        <p:spPr>
          <a:xfrm>
            <a:off x="4660900" y="1970088"/>
            <a:ext cx="4054500" cy="19353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
        <p:nvSpPr>
          <p:cNvPr id="26" name="Google Shape;26;p5"/>
          <p:cNvSpPr txBox="1">
            <a:spLocks noGrp="1"/>
          </p:cNvSpPr>
          <p:nvPr>
            <p:ph type="body" idx="3"/>
          </p:nvPr>
        </p:nvSpPr>
        <p:spPr>
          <a:xfrm>
            <a:off x="455613" y="4057650"/>
            <a:ext cx="4053000" cy="19353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
        <p:nvSpPr>
          <p:cNvPr id="27" name="Google Shape;27;p5"/>
          <p:cNvSpPr txBox="1">
            <a:spLocks noGrp="1"/>
          </p:cNvSpPr>
          <p:nvPr>
            <p:ph type="body" idx="4"/>
          </p:nvPr>
        </p:nvSpPr>
        <p:spPr>
          <a:xfrm>
            <a:off x="4660900" y="4057650"/>
            <a:ext cx="4054500" cy="1935300"/>
          </a:xfrm>
          <a:prstGeom prst="rect">
            <a:avLst/>
          </a:prstGeom>
          <a:noFill/>
          <a:ln>
            <a:noFill/>
          </a:ln>
        </p:spPr>
        <p:txBody>
          <a:bodyPr spcFirstLastPara="1" wrap="square" lIns="0" tIns="0" rIns="0" bIns="0" anchor="t" anchorCtr="0">
            <a:noAutofit/>
          </a:bodyPr>
          <a:lstStyle>
            <a:lvl1pPr marL="457200" lvl="0" indent="-371475" algn="l" rtl="0">
              <a:spcBef>
                <a:spcPts val="900"/>
              </a:spcBef>
              <a:spcAft>
                <a:spcPts val="0"/>
              </a:spcAft>
              <a:buSzPts val="2250"/>
              <a:buChar char="•"/>
              <a:defRPr/>
            </a:lvl1pPr>
            <a:lvl2pPr marL="914400" lvl="1" indent="-371475" algn="l" rtl="0">
              <a:spcBef>
                <a:spcPts val="900"/>
              </a:spcBef>
              <a:spcAft>
                <a:spcPts val="0"/>
              </a:spcAft>
              <a:buSzPts val="2250"/>
              <a:buChar char="–"/>
              <a:defRPr/>
            </a:lvl2pPr>
            <a:lvl3pPr marL="1371600" lvl="2" indent="-371475" algn="l" rtl="0">
              <a:spcBef>
                <a:spcPts val="900"/>
              </a:spcBef>
              <a:spcAft>
                <a:spcPts val="0"/>
              </a:spcAft>
              <a:buSzPts val="2250"/>
              <a:buChar char="•"/>
              <a:defRPr/>
            </a:lvl3pPr>
            <a:lvl4pPr marL="1828800" lvl="3" indent="-371475" algn="l" rtl="0">
              <a:spcBef>
                <a:spcPts val="900"/>
              </a:spcBef>
              <a:spcAft>
                <a:spcPts val="0"/>
              </a:spcAft>
              <a:buSzPts val="2250"/>
              <a:buChar char="–"/>
              <a:defRPr/>
            </a:lvl4pPr>
            <a:lvl5pPr marL="2286000" lvl="4" indent="-371475" algn="l" rtl="0">
              <a:spcBef>
                <a:spcPts val="900"/>
              </a:spcBef>
              <a:spcAft>
                <a:spcPts val="0"/>
              </a:spcAft>
              <a:buSzPts val="2250"/>
              <a:buChar char="»"/>
              <a:defRPr/>
            </a:lvl5pPr>
            <a:lvl6pPr marL="2743200" lvl="5" indent="-371475" algn="l" rtl="0">
              <a:spcBef>
                <a:spcPts val="900"/>
              </a:spcBef>
              <a:spcAft>
                <a:spcPts val="0"/>
              </a:spcAft>
              <a:buSzPts val="2250"/>
              <a:buChar char="»"/>
              <a:defRPr/>
            </a:lvl6pPr>
            <a:lvl7pPr marL="3200400" lvl="6" indent="-371475" algn="l" rtl="0">
              <a:spcBef>
                <a:spcPts val="900"/>
              </a:spcBef>
              <a:spcAft>
                <a:spcPts val="0"/>
              </a:spcAft>
              <a:buSzPts val="2250"/>
              <a:buChar char="»"/>
              <a:defRPr/>
            </a:lvl7pPr>
            <a:lvl8pPr marL="3657600" lvl="7" indent="-371475" algn="l" rtl="0">
              <a:spcBef>
                <a:spcPts val="900"/>
              </a:spcBef>
              <a:spcAft>
                <a:spcPts val="0"/>
              </a:spcAft>
              <a:buSzPts val="2250"/>
              <a:buChar char="»"/>
              <a:defRPr/>
            </a:lvl8pPr>
            <a:lvl9pPr marL="4114800" lvl="8" indent="-371475" algn="l" rtl="0">
              <a:spcBef>
                <a:spcPts val="900"/>
              </a:spcBef>
              <a:spcAft>
                <a:spcPts val="0"/>
              </a:spcAft>
              <a:buSzPts val="2250"/>
              <a:buChar char="»"/>
              <a:defRPr/>
            </a:lvl9pPr>
          </a:lstStyle>
          <a:p>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55613" y="1004888"/>
            <a:ext cx="8255100" cy="658800"/>
          </a:xfrm>
          <a:prstGeom prst="rect">
            <a:avLst/>
          </a:prstGeom>
          <a:noFill/>
          <a:ln>
            <a:noFill/>
          </a:ln>
        </p:spPr>
        <p:txBody>
          <a:bodyPr spcFirstLastPara="1" wrap="square" lIns="0" tIns="0" rIns="0" bIns="0" anchor="t" anchorCtr="0">
            <a:noAutofit/>
          </a:bodyPr>
          <a:lstStyle>
            <a:lvl1pPr lvl="0" algn="l" rtl="0">
              <a:lnSpc>
                <a:spcPct val="144444"/>
              </a:lnSpc>
              <a:spcBef>
                <a:spcPts val="0"/>
              </a:spcBef>
              <a:spcAft>
                <a:spcPts val="0"/>
              </a:spcAft>
              <a:buSzPts val="1400"/>
              <a:buNone/>
              <a:defRPr/>
            </a:lvl1pPr>
            <a:lvl2pPr lvl="1" algn="l" rtl="0">
              <a:lnSpc>
                <a:spcPct val="144444"/>
              </a:lnSpc>
              <a:spcBef>
                <a:spcPts val="0"/>
              </a:spcBef>
              <a:spcAft>
                <a:spcPts val="0"/>
              </a:spcAft>
              <a:buSzPts val="1400"/>
              <a:buNone/>
              <a:defRPr/>
            </a:lvl2pPr>
            <a:lvl3pPr lvl="2" algn="l" rtl="0">
              <a:lnSpc>
                <a:spcPct val="144444"/>
              </a:lnSpc>
              <a:spcBef>
                <a:spcPts val="0"/>
              </a:spcBef>
              <a:spcAft>
                <a:spcPts val="0"/>
              </a:spcAft>
              <a:buSzPts val="1400"/>
              <a:buNone/>
              <a:defRPr/>
            </a:lvl3pPr>
            <a:lvl4pPr lvl="3" algn="l" rtl="0">
              <a:lnSpc>
                <a:spcPct val="144444"/>
              </a:lnSpc>
              <a:spcBef>
                <a:spcPts val="0"/>
              </a:spcBef>
              <a:spcAft>
                <a:spcPts val="0"/>
              </a:spcAft>
              <a:buSzPts val="1400"/>
              <a:buNone/>
              <a:defRPr/>
            </a:lvl4pPr>
            <a:lvl5pPr lvl="4" algn="l" rtl="0">
              <a:lnSpc>
                <a:spcPct val="144444"/>
              </a:lnSpc>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6">
            <a:alphaModFix amt="0"/>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5612" y="1004887"/>
            <a:ext cx="8255100" cy="658800"/>
          </a:xfrm>
          <a:prstGeom prst="rect">
            <a:avLst/>
          </a:prstGeom>
          <a:noFill/>
          <a:ln>
            <a:noFill/>
          </a:ln>
        </p:spPr>
        <p:txBody>
          <a:bodyPr spcFirstLastPara="1" wrap="square" lIns="0" tIns="0" rIns="0" bIns="0" anchor="t" anchorCtr="0">
            <a:noAutofit/>
          </a:bodyPr>
          <a:lstStyle>
            <a:lvl1pPr marR="0" lvl="0" algn="l" rtl="0">
              <a:lnSpc>
                <a:spcPct val="118181"/>
              </a:lnSpc>
              <a:spcBef>
                <a:spcPts val="0"/>
              </a:spcBef>
              <a:spcAft>
                <a:spcPts val="0"/>
              </a:spcAft>
              <a:buSzPts val="1400"/>
              <a:buNone/>
              <a:defRPr sz="2200" b="0" i="0" u="none" strike="noStrike" cap="none">
                <a:solidFill>
                  <a:srgbClr val="709E32"/>
                </a:solidFill>
                <a:latin typeface="Arial"/>
                <a:ea typeface="Arial"/>
                <a:cs typeface="Arial"/>
                <a:sym typeface="Arial"/>
              </a:defRPr>
            </a:lvl1pPr>
            <a:lvl2pPr marR="0" lvl="1" algn="l" rtl="0">
              <a:lnSpc>
                <a:spcPct val="118181"/>
              </a:lnSpc>
              <a:spcBef>
                <a:spcPts val="0"/>
              </a:spcBef>
              <a:spcAft>
                <a:spcPts val="0"/>
              </a:spcAft>
              <a:buSzPts val="1400"/>
              <a:buNone/>
              <a:defRPr sz="2200" b="0" i="0" u="none" strike="noStrike" cap="none">
                <a:solidFill>
                  <a:srgbClr val="709E32"/>
                </a:solidFill>
                <a:effectLst>
                  <a:outerShdw blurRad="38100" dist="38100" dir="2700000" algn="tl">
                    <a:srgbClr val="000000"/>
                  </a:outerShdw>
                </a:effectLst>
                <a:latin typeface="Arial"/>
                <a:ea typeface="Arial"/>
                <a:cs typeface="Arial"/>
                <a:sym typeface="Arial"/>
              </a:defRPr>
            </a:lvl2pPr>
            <a:lvl3pPr marR="0" lvl="2" algn="l" rtl="0">
              <a:lnSpc>
                <a:spcPct val="118181"/>
              </a:lnSpc>
              <a:spcBef>
                <a:spcPts val="0"/>
              </a:spcBef>
              <a:spcAft>
                <a:spcPts val="0"/>
              </a:spcAft>
              <a:buSzPts val="1400"/>
              <a:buNone/>
              <a:defRPr sz="2200" b="0" i="0" u="none" strike="noStrike" cap="none">
                <a:solidFill>
                  <a:srgbClr val="709E32"/>
                </a:solidFill>
                <a:effectLst>
                  <a:outerShdw blurRad="38100" dist="38100" dir="2700000" algn="tl">
                    <a:srgbClr val="000000"/>
                  </a:outerShdw>
                </a:effectLst>
                <a:latin typeface="Arial"/>
                <a:ea typeface="Arial"/>
                <a:cs typeface="Arial"/>
                <a:sym typeface="Arial"/>
              </a:defRPr>
            </a:lvl3pPr>
            <a:lvl4pPr marR="0" lvl="3" algn="l" rtl="0">
              <a:lnSpc>
                <a:spcPct val="118181"/>
              </a:lnSpc>
              <a:spcBef>
                <a:spcPts val="0"/>
              </a:spcBef>
              <a:spcAft>
                <a:spcPts val="0"/>
              </a:spcAft>
              <a:buSzPts val="1400"/>
              <a:buNone/>
              <a:defRPr sz="2200" b="0" i="0" u="none" strike="noStrike" cap="none">
                <a:solidFill>
                  <a:srgbClr val="709E32"/>
                </a:solidFill>
                <a:effectLst>
                  <a:outerShdw blurRad="38100" dist="38100" dir="2700000" algn="tl">
                    <a:srgbClr val="000000"/>
                  </a:outerShdw>
                </a:effectLst>
                <a:latin typeface="Arial"/>
                <a:ea typeface="Arial"/>
                <a:cs typeface="Arial"/>
                <a:sym typeface="Arial"/>
              </a:defRPr>
            </a:lvl4pPr>
            <a:lvl5pPr marR="0" lvl="4" algn="l" rtl="0">
              <a:lnSpc>
                <a:spcPct val="118181"/>
              </a:lnSpc>
              <a:spcBef>
                <a:spcPts val="0"/>
              </a:spcBef>
              <a:spcAft>
                <a:spcPts val="0"/>
              </a:spcAft>
              <a:buSzPts val="1400"/>
              <a:buNone/>
              <a:defRPr sz="2200" b="0" i="0" u="none" strike="noStrike" cap="none">
                <a:solidFill>
                  <a:srgbClr val="709E32"/>
                </a:solidFill>
                <a:effectLst>
                  <a:outerShdw blurRad="38100" dist="38100" dir="2700000" algn="tl">
                    <a:srgbClr val="000000"/>
                  </a:outerShdw>
                </a:effectLst>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effectLst>
                  <a:outerShdw blurRad="38100" dist="38100" dir="2700000" algn="tl">
                    <a:srgbClr val="000000"/>
                  </a:outerShdw>
                </a:effectLst>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effectLst>
                  <a:outerShdw blurRad="38100" dist="38100" dir="2700000" algn="tl">
                    <a:srgbClr val="000000"/>
                  </a:outerShdw>
                </a:effectLst>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effectLst>
                  <a:outerShdw blurRad="38100" dist="38100" dir="2700000" algn="tl">
                    <a:srgbClr val="000000"/>
                  </a:outerShdw>
                </a:effectLst>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effectLst>
                  <a:outerShdw blurRad="38100" dist="38100" dir="2700000" algn="tl">
                    <a:srgbClr val="000000"/>
                  </a:outerShdw>
                </a:effectLst>
                <a:latin typeface="Arial"/>
                <a:ea typeface="Arial"/>
                <a:cs typeface="Arial"/>
                <a:sym typeface="Arial"/>
              </a:defRPr>
            </a:lvl9pPr>
          </a:lstStyle>
          <a:p>
            <a:endParaRPr/>
          </a:p>
        </p:txBody>
      </p:sp>
      <p:sp>
        <p:nvSpPr>
          <p:cNvPr id="11" name="Google Shape;11;p1"/>
          <p:cNvSpPr txBox="1">
            <a:spLocks noGrp="1"/>
          </p:cNvSpPr>
          <p:nvPr>
            <p:ph type="body" idx="1"/>
          </p:nvPr>
        </p:nvSpPr>
        <p:spPr>
          <a:xfrm>
            <a:off x="455612" y="1970087"/>
            <a:ext cx="8259900" cy="4022700"/>
          </a:xfrm>
          <a:prstGeom prst="rect">
            <a:avLst/>
          </a:prstGeom>
          <a:noFill/>
          <a:ln>
            <a:noFill/>
          </a:ln>
        </p:spPr>
        <p:txBody>
          <a:bodyPr spcFirstLastPara="1" wrap="square" lIns="0" tIns="0" rIns="0" bIns="0" anchor="t" anchorCtr="0">
            <a:noAutofit/>
          </a:bodyPr>
          <a:lstStyle>
            <a:lvl1pPr marL="457200" marR="0" lvl="0" indent="-387350" algn="l" rtl="0">
              <a:spcBef>
                <a:spcPts val="1000"/>
              </a:spcBef>
              <a:spcAft>
                <a:spcPts val="0"/>
              </a:spcAft>
              <a:buClr>
                <a:srgbClr val="00026B"/>
              </a:buClr>
              <a:buSzPts val="2500"/>
              <a:buFont typeface="Arial"/>
              <a:buChar char="•"/>
              <a:defRPr sz="2000" b="0" i="0" u="none" strike="noStrike" cap="none">
                <a:solidFill>
                  <a:srgbClr val="00026B"/>
                </a:solidFill>
                <a:latin typeface="Arial"/>
                <a:ea typeface="Arial"/>
                <a:cs typeface="Arial"/>
                <a:sym typeface="Arial"/>
              </a:defRPr>
            </a:lvl1pPr>
            <a:lvl2pPr marL="914400" marR="0" lvl="1" indent="-450850" algn="l" rtl="0">
              <a:spcBef>
                <a:spcPts val="1400"/>
              </a:spcBef>
              <a:spcAft>
                <a:spcPts val="0"/>
              </a:spcAft>
              <a:buClr>
                <a:srgbClr val="44687D"/>
              </a:buClr>
              <a:buSzPts val="3500"/>
              <a:buFont typeface="Arial"/>
              <a:buChar char="–"/>
              <a:defRPr sz="2800" b="0" i="0" u="none" strike="noStrike" cap="none">
                <a:solidFill>
                  <a:srgbClr val="606060"/>
                </a:solidFill>
                <a:latin typeface="Arial"/>
                <a:ea typeface="Arial"/>
                <a:cs typeface="Arial"/>
                <a:sym typeface="Arial"/>
              </a:defRPr>
            </a:lvl2pPr>
            <a:lvl3pPr marL="1371600" marR="0" lvl="2" indent="-419100" algn="l" rtl="0">
              <a:spcBef>
                <a:spcPts val="1200"/>
              </a:spcBef>
              <a:spcAft>
                <a:spcPts val="0"/>
              </a:spcAft>
              <a:buClr>
                <a:srgbClr val="44687D"/>
              </a:buClr>
              <a:buSzPts val="3000"/>
              <a:buFont typeface="Arial"/>
              <a:buChar char="•"/>
              <a:defRPr sz="2400" b="0" i="0" u="none" strike="noStrike" cap="none">
                <a:solidFill>
                  <a:srgbClr val="606060"/>
                </a:solidFill>
                <a:latin typeface="Arial"/>
                <a:ea typeface="Arial"/>
                <a:cs typeface="Arial"/>
                <a:sym typeface="Arial"/>
              </a:defRPr>
            </a:lvl3pPr>
            <a:lvl4pPr marL="1828800" marR="0" lvl="3" indent="-387350" algn="l" rtl="0">
              <a:spcBef>
                <a:spcPts val="1000"/>
              </a:spcBef>
              <a:spcAft>
                <a:spcPts val="0"/>
              </a:spcAft>
              <a:buClr>
                <a:srgbClr val="44687D"/>
              </a:buClr>
              <a:buSzPts val="2500"/>
              <a:buFont typeface="Arial"/>
              <a:buChar char="–"/>
              <a:defRPr sz="2000" b="0" i="0" u="none" strike="noStrike" cap="none">
                <a:solidFill>
                  <a:srgbClr val="606060"/>
                </a:solidFill>
                <a:latin typeface="Arial"/>
                <a:ea typeface="Arial"/>
                <a:cs typeface="Arial"/>
                <a:sym typeface="Arial"/>
              </a:defRPr>
            </a:lvl4pPr>
            <a:lvl5pPr marL="2286000" marR="0" lvl="4" indent="-339725" algn="l" rtl="0">
              <a:spcBef>
                <a:spcPts val="700"/>
              </a:spcBef>
              <a:spcAft>
                <a:spcPts val="0"/>
              </a:spcAft>
              <a:buClr>
                <a:srgbClr val="44687D"/>
              </a:buClr>
              <a:buSzPts val="1750"/>
              <a:buFont typeface="Arial"/>
              <a:buChar char="»"/>
              <a:defRPr sz="1400" b="0" i="0" u="none" strike="noStrike" cap="none">
                <a:solidFill>
                  <a:srgbClr val="606060"/>
                </a:solidFill>
                <a:latin typeface="Arial"/>
                <a:ea typeface="Arial"/>
                <a:cs typeface="Arial"/>
                <a:sym typeface="Arial"/>
              </a:defRPr>
            </a:lvl5pPr>
            <a:lvl6pPr marL="2743200" marR="0" lvl="5" indent="-355600"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6pPr>
            <a:lvl7pPr marL="3200400" marR="0" lvl="6" indent="-355600"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7pPr>
            <a:lvl8pPr marL="3657600" marR="0" lvl="7" indent="-355600"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8pPr>
            <a:lvl9pPr marL="4114800" marR="0" lvl="8" indent="-355600" algn="l" rtl="0">
              <a:spcBef>
                <a:spcPts val="800"/>
              </a:spcBef>
              <a:spcAft>
                <a:spcPts val="0"/>
              </a:spcAft>
              <a:buClr>
                <a:schemeClr val="folHlink"/>
              </a:buClr>
              <a:buSzPts val="2000"/>
              <a:buFont typeface="Arial"/>
              <a:buChar char="»"/>
              <a:defRPr sz="1600" b="0" i="0" u="none" strike="noStrike" cap="none">
                <a:solidFill>
                  <a:srgbClr val="606060"/>
                </a:solidFill>
                <a:latin typeface="Arial"/>
                <a:ea typeface="Arial"/>
                <a:cs typeface="Arial"/>
                <a:sym typeface="Arial"/>
              </a:defRPr>
            </a:lvl9pPr>
          </a:lstStyle>
          <a:p>
            <a:endParaRPr/>
          </a:p>
        </p:txBody>
      </p:sp>
      <p:sp>
        <p:nvSpPr>
          <p:cNvPr id="12" name="Google Shape;12;p1"/>
          <p:cNvSpPr txBox="1"/>
          <p:nvPr/>
        </p:nvSpPr>
        <p:spPr>
          <a:xfrm>
            <a:off x="7932737" y="6418262"/>
            <a:ext cx="743100" cy="244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000"/>
              <a:buFont typeface="Arial"/>
              <a:buNone/>
            </a:pPr>
            <a:fld id="{00000000-1234-1234-1234-123412341234}" type="slidenum">
              <a:rPr lang="en-US" sz="1000" b="1" i="0" u="none" strike="noStrike" cap="none">
                <a:solidFill>
                  <a:srgbClr val="FFFFFF"/>
                </a:solidFill>
                <a:latin typeface="Arial"/>
                <a:ea typeface="Arial"/>
                <a:cs typeface="Arial"/>
                <a:sym typeface="Arial"/>
              </a:rPr>
              <a:pPr marL="0" marR="0" lvl="0" indent="0" algn="l" rtl="0">
                <a:lnSpc>
                  <a:spcPct val="100000"/>
                </a:lnSpc>
                <a:spcBef>
                  <a:spcPts val="0"/>
                </a:spcBef>
                <a:spcAft>
                  <a:spcPts val="0"/>
                </a:spcAft>
                <a:buClr>
                  <a:srgbClr val="FFFFFF"/>
                </a:buClr>
                <a:buSzPts val="1000"/>
                <a:buFont typeface="Arial"/>
                <a:buNone/>
              </a:pPr>
              <a:t>‹#›</a:t>
            </a:fld>
            <a:endParaRPr/>
          </a:p>
        </p:txBody>
      </p:sp>
      <p:pic>
        <p:nvPicPr>
          <p:cNvPr id="13" name="Google Shape;13;p1" descr="logo240"/>
          <p:cNvPicPr preferRelativeResize="0"/>
          <p:nvPr/>
        </p:nvPicPr>
        <p:blipFill rotWithShape="1">
          <a:blip r:embed="rId7">
            <a:alphaModFix/>
          </a:blip>
          <a:srcRect/>
          <a:stretch/>
        </p:blipFill>
        <p:spPr>
          <a:xfrm>
            <a:off x="7421562" y="68262"/>
            <a:ext cx="1474787" cy="6524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pic>
        <p:nvPicPr>
          <p:cNvPr id="41" name="Google Shape;41;p8"/>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42" name="Google Shape;42;p8"/>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43" name="Google Shape;43;p8"/>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45" name="Google Shape;45;p8"/>
          <p:cNvSpPr txBox="1"/>
          <p:nvPr/>
        </p:nvSpPr>
        <p:spPr>
          <a:xfrm>
            <a:off x="196948" y="1364562"/>
            <a:ext cx="8384343" cy="3416279"/>
          </a:xfrm>
          <a:prstGeom prst="rect">
            <a:avLst/>
          </a:prstGeom>
          <a:noFill/>
          <a:ln>
            <a:noFill/>
          </a:ln>
        </p:spPr>
        <p:txBody>
          <a:bodyPr spcFirstLastPara="1" wrap="square" lIns="91425" tIns="45700" rIns="91425" bIns="45700" anchor="t" anchorCtr="0">
            <a:spAutoFit/>
          </a:bodyPr>
          <a:lstStyle/>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a:buFont typeface="Wingdings" pitchFamily="2" charset="2"/>
              <a:buChar char="Ø"/>
            </a:pPr>
            <a:endParaRPr lang="en-US" sz="3600" b="1" dirty="0" smtClean="0">
              <a:solidFill>
                <a:srgbClr val="FF0000"/>
              </a:solidFill>
              <a:latin typeface="Times New Roman" pitchFamily="18" charset="0"/>
              <a:cs typeface="Times New Roman" pitchFamily="18" charset="0"/>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Clr>
                <a:schemeClr val="lt1"/>
              </a:buClr>
              <a:buSzPts val="2400"/>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a:p>
            <a:pPr marL="0" marR="0" lvl="0" indent="0" algn="l" rtl="0">
              <a:lnSpc>
                <a:spcPct val="100000"/>
              </a:lnSpc>
              <a:spcBef>
                <a:spcPts val="0"/>
              </a:spcBef>
              <a:spcAft>
                <a:spcPts val="0"/>
              </a:spcAft>
              <a:buFont typeface="Wingdings" pitchFamily="2" charset="2"/>
              <a:buChar char="Ø"/>
            </a:pPr>
            <a:endParaRPr sz="3600" b="1" i="0" u="none">
              <a:solidFill>
                <a:srgbClr val="FF0000"/>
              </a:solidFill>
              <a:latin typeface="Times New Roman" pitchFamily="18" charset="0"/>
              <a:cs typeface="Times New Roman" pitchFamily="18" charset="0"/>
              <a:sym typeface="Arial"/>
            </a:endParaRPr>
          </a:p>
        </p:txBody>
      </p:sp>
      <p:sp>
        <p:nvSpPr>
          <p:cNvPr id="8" name="Google Shape;54;p9"/>
          <p:cNvSpPr txBox="1"/>
          <p:nvPr/>
        </p:nvSpPr>
        <p:spPr>
          <a:xfrm>
            <a:off x="0" y="6314304"/>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9" name="Google Shape;55;p9"/>
          <p:cNvSpPr txBox="1"/>
          <p:nvPr/>
        </p:nvSpPr>
        <p:spPr>
          <a:xfrm>
            <a:off x="14062" y="28130"/>
            <a:ext cx="7019779" cy="584735"/>
          </a:xfrm>
          <a:prstGeom prst="rect">
            <a:avLst/>
          </a:prstGeom>
          <a:solidFill>
            <a:srgbClr val="C3D69B"/>
          </a:solidFill>
          <a:ln>
            <a:noFill/>
          </a:ln>
        </p:spPr>
        <p:txBody>
          <a:bodyPr spcFirstLastPara="1" wrap="square" lIns="91425" tIns="45700" rIns="91425" bIns="45700" anchor="t" anchorCtr="0">
            <a:spAutoFit/>
          </a:bodyPr>
          <a:lstStyle/>
          <a:p>
            <a:pPr lvl="0" algn="ctr">
              <a:buClr>
                <a:srgbClr val="C00000"/>
              </a:buClr>
              <a:buSzPts val="2800"/>
            </a:pPr>
            <a:r>
              <a:rPr lang="en-US" sz="32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latin typeface="Arial" pitchFamily="34" charset="0"/>
                <a:cs typeface="Arial" pitchFamily="34" charset="0"/>
              </a:rPr>
              <a:t>CONTENTS</a:t>
            </a:r>
            <a:endParaRPr sz="3200" b="1">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latin typeface="Arial" pitchFamily="34" charset="0"/>
              <a:cs typeface="Arial" pitchFamily="34" charset="0"/>
            </a:endParaRPr>
          </a:p>
        </p:txBody>
      </p:sp>
      <p:sp>
        <p:nvSpPr>
          <p:cNvPr id="10" name="TextBox 9"/>
          <p:cNvSpPr txBox="1"/>
          <p:nvPr/>
        </p:nvSpPr>
        <p:spPr>
          <a:xfrm>
            <a:off x="196948" y="2082018"/>
            <a:ext cx="8778239" cy="1384995"/>
          </a:xfrm>
          <a:prstGeom prst="rect">
            <a:avLst/>
          </a:prstGeom>
          <a:noFill/>
        </p:spPr>
        <p:txBody>
          <a:bodyPr wrap="square" rtlCol="0">
            <a:spAutoFit/>
          </a:bodyPr>
          <a:lstStyle/>
          <a:p>
            <a:pPr marL="742950" indent="-742950" algn="ctr"/>
            <a:r>
              <a:rPr lang="en-US" sz="2800" b="1" dirty="0" smtClean="0">
                <a:solidFill>
                  <a:srgbClr val="0070C0"/>
                </a:solidFill>
                <a:latin typeface="Times New Roman" pitchFamily="18" charset="0"/>
                <a:cs typeface="Times New Roman" pitchFamily="18" charset="0"/>
              </a:rPr>
              <a:t>Introduction to 80386 &amp; 80486</a:t>
            </a:r>
          </a:p>
          <a:p>
            <a:pPr marL="742950" indent="-742950" algn="ctr">
              <a:buAutoNum type="arabicPeriod"/>
            </a:pPr>
            <a:endParaRPr lang="en-US" sz="2800" b="1" dirty="0" smtClean="0">
              <a:solidFill>
                <a:srgbClr val="0070C0"/>
              </a:solidFill>
              <a:latin typeface="Times New Roman" pitchFamily="18" charset="0"/>
              <a:cs typeface="Times New Roman" pitchFamily="18" charset="0"/>
            </a:endParaRPr>
          </a:p>
          <a:p>
            <a:pPr marL="342900" indent="-342900" algn="ctr"/>
            <a:endParaRPr lang="en-US" sz="2800" b="1" dirty="0" smtClean="0">
              <a:solidFill>
                <a:srgbClr val="0070C0"/>
              </a:solidFill>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INTRODUCTION TO 80386</a:t>
            </a:r>
          </a:p>
        </p:txBody>
      </p:sp>
      <p:sp>
        <p:nvSpPr>
          <p:cNvPr id="7" name="Rectangle 6"/>
          <p:cNvSpPr/>
          <p:nvPr/>
        </p:nvSpPr>
        <p:spPr>
          <a:xfrm>
            <a:off x="516576" y="1083302"/>
            <a:ext cx="8283040" cy="5262979"/>
          </a:xfrm>
          <a:prstGeom prst="rect">
            <a:avLst/>
          </a:prstGeom>
        </p:spPr>
        <p:txBody>
          <a:bodyPr wrap="square">
            <a:spAutoFit/>
          </a:bodyPr>
          <a:lstStyle/>
          <a:p>
            <a:r>
              <a:rPr lang="en-US" sz="2400" dirty="0" smtClean="0">
                <a:latin typeface="Times New Roman" pitchFamily="18" charset="0"/>
                <a:cs typeface="Times New Roman" pitchFamily="18" charset="0"/>
              </a:rPr>
              <a:t>80386 Architecture The internal architecture of the 80386 includes six functional units that operate in parallel.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parallel operation is called as pipeline processing. Fetching, decoding execution, memory management, and bus access for several instructions are performed simultaneously.</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six functional units of the 80386 are </a:t>
            </a:r>
          </a:p>
          <a:p>
            <a:pPr marL="342900" indent="-342900">
              <a:buAutoNum type="arabicPeriod"/>
            </a:pPr>
            <a:r>
              <a:rPr lang="en-US" sz="2400" dirty="0" smtClean="0">
                <a:latin typeface="Times New Roman" pitchFamily="18" charset="0"/>
                <a:cs typeface="Times New Roman" pitchFamily="18" charset="0"/>
              </a:rPr>
              <a:t> Bus Interface Unit </a:t>
            </a:r>
          </a:p>
          <a:p>
            <a:pPr marL="342900" indent="-342900">
              <a:buAutoNum type="arabicPeriod"/>
            </a:pPr>
            <a:r>
              <a:rPr lang="en-US" sz="2400" dirty="0" smtClean="0">
                <a:latin typeface="Times New Roman" pitchFamily="18" charset="0"/>
                <a:cs typeface="Times New Roman" pitchFamily="18" charset="0"/>
              </a:rPr>
              <a:t> Code Pre-fetch Unit </a:t>
            </a:r>
          </a:p>
          <a:p>
            <a:pPr marL="342900" indent="-342900"/>
            <a:r>
              <a:rPr lang="en-US" sz="2400" dirty="0" smtClean="0">
                <a:latin typeface="Times New Roman" pitchFamily="18" charset="0"/>
                <a:cs typeface="Times New Roman" pitchFamily="18" charset="0"/>
              </a:rPr>
              <a:t>3.   Instruction Decoder Unit</a:t>
            </a:r>
          </a:p>
          <a:p>
            <a:pPr marL="342900" indent="-342900"/>
            <a:r>
              <a:rPr lang="en-US" sz="2400" dirty="0" smtClean="0">
                <a:latin typeface="Times New Roman" pitchFamily="18" charset="0"/>
                <a:cs typeface="Times New Roman" pitchFamily="18" charset="0"/>
              </a:rPr>
              <a:t>4.   Execution Unit </a:t>
            </a:r>
          </a:p>
          <a:p>
            <a:pPr marL="342900" indent="-342900"/>
            <a:r>
              <a:rPr lang="en-US" sz="2400" dirty="0" smtClean="0">
                <a:latin typeface="Times New Roman" pitchFamily="18" charset="0"/>
                <a:cs typeface="Times New Roman" pitchFamily="18" charset="0"/>
              </a:rPr>
              <a:t>5.   Segmentation Unit </a:t>
            </a:r>
          </a:p>
          <a:p>
            <a:pPr marL="342900" indent="-342900"/>
            <a:r>
              <a:rPr lang="en-US" sz="2400" dirty="0" smtClean="0">
                <a:latin typeface="Times New Roman" pitchFamily="18" charset="0"/>
                <a:cs typeface="Times New Roman" pitchFamily="18" charset="0"/>
              </a:rPr>
              <a:t>6.   Paging Unit</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pic>
        <p:nvPicPr>
          <p:cNvPr id="30722" name="Picture 2"/>
          <p:cNvPicPr>
            <a:picLocks noChangeAspect="1" noChangeArrowheads="1"/>
          </p:cNvPicPr>
          <p:nvPr/>
        </p:nvPicPr>
        <p:blipFill>
          <a:blip r:embed="rId4"/>
          <a:srcRect/>
          <a:stretch>
            <a:fillRect/>
          </a:stretch>
        </p:blipFill>
        <p:spPr bwMode="auto">
          <a:xfrm>
            <a:off x="260702" y="1197180"/>
            <a:ext cx="8630703" cy="4502975"/>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184070" y="982389"/>
            <a:ext cx="8603674" cy="5632311"/>
          </a:xfrm>
          <a:prstGeom prst="rect">
            <a:avLst/>
          </a:prstGeom>
        </p:spPr>
        <p:txBody>
          <a:bodyPr wrap="square">
            <a:spAutoFit/>
          </a:bodyPr>
          <a:lstStyle/>
          <a:p>
            <a:r>
              <a:rPr lang="en-US" sz="2400" dirty="0" smtClean="0">
                <a:latin typeface="Times New Roman" pitchFamily="18" charset="0"/>
                <a:cs typeface="Times New Roman" pitchFamily="18" charset="0"/>
              </a:rPr>
              <a:t> The Bus Interface Unit connects the 80386 with memory and I/O. Based on internal requests for fetching instructions and transferring data from the code pre-fetch unit, the 80386 generates the address, data and control signals for the current bus cycles.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code pre-fetch unit pre-fetches instructions when the bus interface unit is not executing the bus cycles. It then stores them in a 16-byte instruction queue for decoding by the instruction decode unit.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instruction decode unit translates instructions from the pre-fetch queue into micro- codes. The decoded instructions are then stored in an instruction queue (FIFO) for processing by the execution unit. </a:t>
            </a:r>
          </a:p>
          <a:p>
            <a:endParaRPr lang="en-US" sz="2400" dirty="0" smtClean="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207820" y="1008669"/>
            <a:ext cx="8817430" cy="5262979"/>
          </a:xfrm>
          <a:prstGeom prst="rect">
            <a:avLst/>
          </a:prstGeom>
        </p:spPr>
        <p:txBody>
          <a:bodyPr wrap="square">
            <a:spAutoFit/>
          </a:bodyPr>
          <a:lstStyle/>
          <a:p>
            <a:r>
              <a:rPr lang="en-US" sz="2400" dirty="0" smtClean="0">
                <a:latin typeface="Times New Roman" pitchFamily="18" charset="0"/>
                <a:cs typeface="Times New Roman" pitchFamily="18" charset="0"/>
              </a:rPr>
              <a:t>The execution unit processes the instructions from the instruction queue. It contains a control unit, a data unit and a protection test unit.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control unit contains microcode and parallel hardware for fast multiply, divide and effective address calculation. The unit includes a 32-bit ALU, 8 general purpose registers and a 64-bit barrel shifter for performing multiple bit shifts in one clock. The data unit carries out data operations requested by the control unit.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protection test unit checks for segmentation violations under the control of microcode.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segmentation unit calculates and translates the logical address into linear addresses at the request of the execution unit.</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469074" y="1085833"/>
            <a:ext cx="8473045" cy="1938992"/>
          </a:xfrm>
          <a:prstGeom prst="rect">
            <a:avLst/>
          </a:prstGeom>
        </p:spPr>
        <p:txBody>
          <a:bodyPr wrap="square">
            <a:spAutoFit/>
          </a:bodyPr>
          <a:lstStyle/>
          <a:p>
            <a:r>
              <a:rPr lang="en-US" sz="2400" dirty="0" smtClean="0">
                <a:latin typeface="Times New Roman" pitchFamily="18" charset="0"/>
                <a:cs typeface="Times New Roman" pitchFamily="18" charset="0"/>
              </a:rPr>
              <a:t> The translated linear address is sent to the paging unit. Upon enabling the paging mechanism, the 80386 translates these linear addresses into physical addresses. If paging is not enabled, the physical address is identical to the linear address and no translation is necessary….</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latin typeface="Times New Roman" pitchFamily="18" charset="0"/>
                <a:cs typeface="Times New Roman" pitchFamily="18" charset="0"/>
              </a:rPr>
              <a:t>80486 Architecture</a:t>
            </a:r>
          </a:p>
        </p:txBody>
      </p:sp>
      <p:sp>
        <p:nvSpPr>
          <p:cNvPr id="7" name="Rectangle 6"/>
          <p:cNvSpPr/>
          <p:nvPr/>
        </p:nvSpPr>
        <p:spPr>
          <a:xfrm>
            <a:off x="184070" y="711795"/>
            <a:ext cx="8663050" cy="5632311"/>
          </a:xfrm>
          <a:prstGeom prst="rect">
            <a:avLst/>
          </a:prstGeom>
        </p:spPr>
        <p:txBody>
          <a:bodyPr wrap="square">
            <a:spAutoFit/>
          </a:bodyPr>
          <a:lstStyle/>
          <a:p>
            <a:r>
              <a:rPr lang="en-US" sz="2400" dirty="0" smtClean="0">
                <a:latin typeface="Times New Roman" pitchFamily="18" charset="0"/>
                <a:cs typeface="Times New Roman" pitchFamily="18" charset="0"/>
              </a:rPr>
              <a:t>80486 Architecture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32-bit 80486 is the next evolutionary step up from the 80386.</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One of the most obvious feature included in a 80486 is a built in math coprocessor. This coprocessor is essentially the same as the 80387 processor used with a 80386, but being integrated on the chip allows it to execute math instructions about three times as fast as a 80386/387 combination.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80486 is an 8Kbyte code and data cache.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To make room for the additional signals, the 80486 is packaged in a 168 pin, pin grid array package instead of the 132 pin PGA used for the 80386.</a:t>
            </a:r>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136567" y="684612"/>
            <a:ext cx="8841178" cy="4893647"/>
          </a:xfrm>
          <a:prstGeom prst="rect">
            <a:avLst/>
          </a:prstGeom>
        </p:spPr>
        <p:txBody>
          <a:bodyPr wrap="square">
            <a:spAutoFit/>
          </a:bodyPr>
          <a:lstStyle/>
          <a:p>
            <a:r>
              <a:rPr lang="en-US" sz="2400" dirty="0" smtClean="0">
                <a:latin typeface="Times New Roman" pitchFamily="18" charset="0"/>
                <a:cs typeface="Times New Roman" pitchFamily="18" charset="0"/>
              </a:rPr>
              <a:t> Operates on 25MHz, 33 MHz, 50 MHz, 60 MHz, 66 MHz or 100MHz.</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It consists of parity generator/checker unit in order to implement parity detection and generation for memory reads and writes.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Supports burst memory reads and writes to implement fast cache fills.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Three mode of operation: real, protected and virtual 8086 mode.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80486 microprocessor is a highly integrated device, containing well over 1.2 million transistors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338447" y="827107"/>
            <a:ext cx="7665522" cy="1938992"/>
          </a:xfrm>
          <a:prstGeom prst="rect">
            <a:avLst/>
          </a:prstGeom>
        </p:spPr>
        <p:txBody>
          <a:bodyPr wrap="square">
            <a:spAutoFit/>
          </a:bodyPr>
          <a:lstStyle/>
          <a:p>
            <a:r>
              <a:rPr lang="en-US" sz="2400" dirty="0" smtClean="0">
                <a:latin typeface="Times New Roman" pitchFamily="18" charset="0"/>
                <a:cs typeface="Times New Roman" pitchFamily="18" charset="0"/>
              </a:rPr>
              <a:t>The architecture of the 80486DX is almost identical to the 80386. Added to the 80386 architecture inside the 80486DX is a math coprocessor and an 8K-byte level 1 cache memory.</a:t>
            </a:r>
          </a:p>
          <a:p>
            <a:endParaRPr lang="en-US" sz="2400" dirty="0" smtClean="0">
              <a:latin typeface="Times New Roman" pitchFamily="18" charset="0"/>
              <a:cs typeface="Times New Roman" pitchFamily="18" charset="0"/>
            </a:endParaRPr>
          </a:p>
          <a:p>
            <a:endParaRPr lang="en-US" sz="2400" dirty="0"/>
          </a:p>
        </p:txBody>
      </p:sp>
      <p:pic>
        <p:nvPicPr>
          <p:cNvPr id="31746" name="Picture 2"/>
          <p:cNvPicPr>
            <a:picLocks noChangeAspect="1" noChangeArrowheads="1"/>
          </p:cNvPicPr>
          <p:nvPr/>
        </p:nvPicPr>
        <p:blipFill>
          <a:blip r:embed="rId4"/>
          <a:srcRect/>
          <a:stretch>
            <a:fillRect/>
          </a:stretch>
        </p:blipFill>
        <p:spPr bwMode="auto">
          <a:xfrm>
            <a:off x="371475" y="2229991"/>
            <a:ext cx="8439150" cy="3939675"/>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166255" y="785574"/>
            <a:ext cx="8763989" cy="5632311"/>
          </a:xfrm>
          <a:prstGeom prst="rect">
            <a:avLst/>
          </a:prstGeom>
        </p:spPr>
        <p:txBody>
          <a:bodyPr wrap="square">
            <a:spAutoFit/>
          </a:bodyPr>
          <a:lstStyle/>
          <a:p>
            <a:r>
              <a:rPr lang="en-US" sz="2400" b="1" dirty="0" smtClean="0">
                <a:solidFill>
                  <a:srgbClr val="00B050"/>
                </a:solidFill>
                <a:latin typeface="Times New Roman" pitchFamily="18" charset="0"/>
                <a:cs typeface="Times New Roman" pitchFamily="18" charset="0"/>
              </a:rPr>
              <a:t>BIU:</a:t>
            </a:r>
          </a:p>
          <a:p>
            <a:r>
              <a:rPr lang="en-US" sz="2400" dirty="0" smtClean="0">
                <a:latin typeface="Times New Roman" pitchFamily="18" charset="0"/>
                <a:cs typeface="Times New Roman" pitchFamily="18" charset="0"/>
              </a:rPr>
              <a:t>  BIU generates address, data and control signals for a bus cycle it is supported with an additional parity detection/generation for memory reads and writes.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During memory write operation, the 486 generates even parity bit for each byte outputs these bits.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These bits will be stored in a separate parity memory bank.</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During read operation, stored parity bits will be read from the parity memory.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80486 checks the parities of data bytes read and compare them with the DP0 – DP3 signals and generates parity check error, if it occurs.</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290944" y="982330"/>
            <a:ext cx="8401793" cy="4524315"/>
          </a:xfrm>
          <a:prstGeom prst="rect">
            <a:avLst/>
          </a:prstGeom>
        </p:spPr>
        <p:txBody>
          <a:bodyPr wrap="square">
            <a:spAutoFit/>
          </a:bodyPr>
          <a:lstStyle/>
          <a:p>
            <a:r>
              <a:rPr lang="en-US" sz="2400" dirty="0" smtClean="0">
                <a:latin typeface="Times New Roman" pitchFamily="18" charset="0"/>
                <a:cs typeface="Times New Roman" pitchFamily="18" charset="0"/>
              </a:rPr>
              <a:t> It pre-fetches the instruction bytes in advance and holds them in a 32–byte code queue.</a:t>
            </a:r>
          </a:p>
          <a:p>
            <a:endParaRPr lang="en-US" sz="2400" dirty="0" smtClean="0">
              <a:latin typeface="Times New Roman" pitchFamily="18" charset="0"/>
              <a:cs typeface="Times New Roman" pitchFamily="18" charset="0"/>
            </a:endParaRPr>
          </a:p>
          <a:p>
            <a:r>
              <a:rPr lang="en-US" sz="2400" b="1" dirty="0" smtClean="0">
                <a:solidFill>
                  <a:srgbClr val="00B050"/>
                </a:solidFill>
                <a:latin typeface="Times New Roman" pitchFamily="18" charset="0"/>
                <a:cs typeface="Times New Roman" pitchFamily="18" charset="0"/>
              </a:rPr>
              <a:t>Instruction Decoder:</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Decodes the instructions in the queue and passes the control and protection test unit.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Execution Unit: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Executes the instruction with the help of Barrel Shifter, ALU and Register bank.</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326574" y="858521"/>
            <a:ext cx="8342413" cy="5262979"/>
          </a:xfrm>
          <a:prstGeom prst="rect">
            <a:avLst/>
          </a:prstGeom>
        </p:spPr>
        <p:txBody>
          <a:bodyPr wrap="square">
            <a:spAutoFit/>
          </a:bodyPr>
          <a:lstStyle/>
          <a:p>
            <a:r>
              <a:rPr lang="en-US" sz="2400" b="1" dirty="0" smtClean="0">
                <a:solidFill>
                  <a:srgbClr val="00B050"/>
                </a:solidFill>
                <a:latin typeface="Times New Roman" pitchFamily="18" charset="0"/>
                <a:cs typeface="Times New Roman" pitchFamily="18" charset="0"/>
              </a:rPr>
              <a:t>Segmentation Unit and Paging Unit: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They are part of MMU (which manages virtual memory of system). Helpful in generation of Physical Address.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Work same as they work in 80386.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Responsible for performing the floating point operations.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80486 has a built in math co-processor. It performs the floating point operations.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It executes math instructions 3 times faster than the 386/387 combination</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sp>
        <p:nvSpPr>
          <p:cNvPr id="7" name="Rectangle 6"/>
          <p:cNvSpPr/>
          <p:nvPr/>
        </p:nvSpPr>
        <p:spPr>
          <a:xfrm>
            <a:off x="207817" y="1014581"/>
            <a:ext cx="8223663" cy="4154984"/>
          </a:xfrm>
          <a:prstGeom prst="rect">
            <a:avLst/>
          </a:prstGeom>
        </p:spPr>
        <p:txBody>
          <a:bodyPr wrap="square">
            <a:spAutoFit/>
          </a:bodyPr>
          <a:lstStyle/>
          <a:p>
            <a:r>
              <a:rPr lang="en-US" sz="2400" b="1" dirty="0" smtClean="0">
                <a:solidFill>
                  <a:srgbClr val="00B050"/>
                </a:solidFill>
                <a:latin typeface="Times New Roman" pitchFamily="18" charset="0"/>
                <a:cs typeface="Times New Roman" pitchFamily="18" charset="0"/>
              </a:rPr>
              <a:t>Cache Unit:</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8KB cache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Additional high speed cache memory provides a way of improving overall system performance.</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It contains the recently used instructions, data or both</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 The main aim is that the microprocessor unit access code and data in the cache most of time, instead from the main memory. </a:t>
            </a:r>
            <a:endParaRPr lang="en-US" sz="2400" dirty="0">
              <a:latin typeface="Times New Roman" pitchFamily="18" charset="0"/>
              <a:cs typeface="Times New Roman" pitchFamily="18" charset="0"/>
            </a:endParaRPr>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84735"/>
          </a:xfrm>
          <a:prstGeom prst="rect">
            <a:avLst/>
          </a:prstGeom>
          <a:solidFill>
            <a:srgbClr val="C3D69B"/>
          </a:solidFill>
          <a:ln>
            <a:noFill/>
          </a:ln>
        </p:spPr>
        <p:txBody>
          <a:bodyPr spcFirstLastPara="1" wrap="square" lIns="91425" tIns="45700" rIns="91425" bIns="45700" anchor="t" anchorCtr="0">
            <a:spAutoFit/>
          </a:bodyPr>
          <a:lstStyle/>
          <a:p>
            <a:pPr algn="ctr"/>
            <a:r>
              <a:rPr lang="en-US" sz="3200" b="1" dirty="0" smtClean="0">
                <a:solidFill>
                  <a:srgbClr val="C00000"/>
                </a:solidFill>
                <a:effectLst>
                  <a:outerShdw blurRad="38100" dist="38100" dir="2700000" algn="tl">
                    <a:srgbClr val="000000">
                      <a:alpha val="43137"/>
                    </a:srgbClr>
                  </a:outerShdw>
                </a:effectLst>
                <a:cs typeface="Times New Roman" pitchFamily="18" charset="0"/>
              </a:rPr>
              <a:t>CONTD…..</a:t>
            </a:r>
          </a:p>
        </p:txBody>
      </p:sp>
      <p:pic>
        <p:nvPicPr>
          <p:cNvPr id="82946" name="Picture 2" descr="showCh02"/>
          <p:cNvPicPr>
            <a:picLocks noChangeAspect="1" noChangeArrowheads="1"/>
          </p:cNvPicPr>
          <p:nvPr/>
        </p:nvPicPr>
        <p:blipFill>
          <a:blip r:embed="rId4"/>
          <a:srcRect/>
          <a:stretch>
            <a:fillRect/>
          </a:stretch>
        </p:blipFill>
        <p:spPr bwMode="auto">
          <a:xfrm>
            <a:off x="179324" y="1284988"/>
            <a:ext cx="8840851" cy="4849112"/>
          </a:xfrm>
          <a:prstGeom prst="rect">
            <a:avLst/>
          </a:prstGeom>
          <a:noFill/>
        </p:spPr>
      </p:pic>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9"/>
          <p:cNvPicPr preferRelativeResize="0"/>
          <p:nvPr/>
        </p:nvPicPr>
        <p:blipFill rotWithShape="1">
          <a:blip r:embed="rId3">
            <a:alphaModFix/>
          </a:blip>
          <a:srcRect/>
          <a:stretch/>
        </p:blipFill>
        <p:spPr>
          <a:xfrm>
            <a:off x="7467600" y="0"/>
            <a:ext cx="1371600" cy="762000"/>
          </a:xfrm>
          <a:prstGeom prst="rect">
            <a:avLst/>
          </a:prstGeom>
          <a:noFill/>
          <a:ln>
            <a:noFill/>
          </a:ln>
        </p:spPr>
      </p:pic>
      <p:pic>
        <p:nvPicPr>
          <p:cNvPr id="52" name="Google Shape;52;p9"/>
          <p:cNvPicPr preferRelativeResize="0"/>
          <p:nvPr/>
        </p:nvPicPr>
        <p:blipFill rotWithShape="1">
          <a:blip r:embed="rId3">
            <a:alphaModFix/>
          </a:blip>
          <a:srcRect/>
          <a:stretch/>
        </p:blipFill>
        <p:spPr>
          <a:xfrm>
            <a:off x="7467600" y="0"/>
            <a:ext cx="1371600" cy="1066800"/>
          </a:xfrm>
          <a:prstGeom prst="rect">
            <a:avLst/>
          </a:prstGeom>
          <a:noFill/>
          <a:ln>
            <a:noFill/>
          </a:ln>
        </p:spPr>
      </p:pic>
      <p:pic>
        <p:nvPicPr>
          <p:cNvPr id="53" name="Google Shape;53;p9"/>
          <p:cNvPicPr preferRelativeResize="0"/>
          <p:nvPr/>
        </p:nvPicPr>
        <p:blipFill rotWithShape="1">
          <a:blip r:embed="rId3">
            <a:alphaModFix/>
          </a:blip>
          <a:srcRect/>
          <a:stretch/>
        </p:blipFill>
        <p:spPr>
          <a:xfrm>
            <a:off x="7391400" y="0"/>
            <a:ext cx="1524000" cy="1066800"/>
          </a:xfrm>
          <a:prstGeom prst="rect">
            <a:avLst/>
          </a:prstGeom>
          <a:noFill/>
          <a:ln>
            <a:noFill/>
          </a:ln>
        </p:spPr>
      </p:pic>
      <p:sp>
        <p:nvSpPr>
          <p:cNvPr id="54" name="Google Shape;54;p9"/>
          <p:cNvSpPr txBox="1"/>
          <p:nvPr/>
        </p:nvSpPr>
        <p:spPr>
          <a:xfrm>
            <a:off x="0" y="6328372"/>
            <a:ext cx="9144000" cy="523836"/>
          </a:xfrm>
          <a:prstGeom prst="rect">
            <a:avLst/>
          </a:prstGeom>
          <a:solidFill>
            <a:srgbClr val="F79646"/>
          </a:solidFill>
          <a:ln>
            <a:noFill/>
          </a:ln>
        </p:spPr>
        <p:txBody>
          <a:bodyPr spcFirstLastPara="1" wrap="square" lIns="92075" tIns="46025" rIns="92075" bIns="46025" anchor="t" anchorCtr="0">
            <a:spAutoFit/>
          </a:bodyPr>
          <a:lstStyle/>
          <a:p>
            <a:pPr marL="0" marR="0" lvl="0" indent="0" algn="ctr" rtl="0">
              <a:lnSpc>
                <a:spcPct val="100000"/>
              </a:lnSpc>
              <a:spcBef>
                <a:spcPts val="0"/>
              </a:spcBef>
              <a:spcAft>
                <a:spcPts val="0"/>
              </a:spcAft>
              <a:buClr>
                <a:srgbClr val="460000"/>
              </a:buClr>
              <a:buSzPts val="1400"/>
              <a:buFont typeface="Bookman Old Style"/>
              <a:buNone/>
            </a:pPr>
            <a:r>
              <a:rPr lang="en-US" sz="1400" b="1" i="0" u="none" dirty="0">
                <a:solidFill>
                  <a:srgbClr val="460000"/>
                </a:solidFill>
                <a:latin typeface="Bookman Old Style"/>
                <a:ea typeface="Bookman Old Style"/>
                <a:cs typeface="Bookman Old Style"/>
                <a:sym typeface="Bookman Old Style"/>
              </a:rPr>
              <a:t>Ramachandra College of Engineering</a:t>
            </a:r>
            <a:endParaRPr/>
          </a:p>
          <a:p>
            <a:pPr marL="0" marR="0" lvl="0" indent="0" algn="l" rtl="0">
              <a:lnSpc>
                <a:spcPct val="100000"/>
              </a:lnSpc>
              <a:spcBef>
                <a:spcPts val="0"/>
              </a:spcBef>
              <a:spcAft>
                <a:spcPts val="0"/>
              </a:spcAft>
              <a:buNone/>
            </a:pPr>
            <a:endParaRPr sz="1400" b="1" i="0" u="none">
              <a:solidFill>
                <a:srgbClr val="460000"/>
              </a:solidFill>
              <a:latin typeface="Bookman Old Style"/>
              <a:ea typeface="Bookman Old Style"/>
              <a:cs typeface="Bookman Old Style"/>
              <a:sym typeface="Bookman Old Style"/>
            </a:endParaRPr>
          </a:p>
        </p:txBody>
      </p:sp>
      <p:sp>
        <p:nvSpPr>
          <p:cNvPr id="55" name="Google Shape;55;p9"/>
          <p:cNvSpPr txBox="1"/>
          <p:nvPr/>
        </p:nvSpPr>
        <p:spPr>
          <a:xfrm>
            <a:off x="14062" y="14062"/>
            <a:ext cx="7019779" cy="523180"/>
          </a:xfrm>
          <a:prstGeom prst="rect">
            <a:avLst/>
          </a:prstGeom>
          <a:solidFill>
            <a:srgbClr val="C3D69B"/>
          </a:solidFill>
          <a:ln>
            <a:noFill/>
          </a:ln>
        </p:spPr>
        <p:txBody>
          <a:bodyPr spcFirstLastPara="1" wrap="square" lIns="91425" tIns="45700" rIns="91425" bIns="45700" anchor="t" anchorCtr="0">
            <a:spAutoFit/>
          </a:bodyPr>
          <a:lstStyle/>
          <a:p>
            <a:pPr algn="ctr"/>
            <a:r>
              <a:rPr lang="en-US" sz="2800" b="1" dirty="0" smtClean="0">
                <a:solidFill>
                  <a:srgbClr val="C00000"/>
                </a:solidFill>
                <a:effectLst>
                  <a:outerShdw blurRad="38100" dist="38100" dir="2700000" algn="tl">
                    <a:srgbClr val="000000">
                      <a:alpha val="43137"/>
                    </a:srgbClr>
                  </a:outerShdw>
                </a:effectLst>
                <a:cs typeface="Times New Roman" pitchFamily="18" charset="0"/>
              </a:rPr>
              <a:t>PHYSICAL ADDRESS CALCULATION</a:t>
            </a:r>
          </a:p>
        </p:txBody>
      </p:sp>
      <p:pic>
        <p:nvPicPr>
          <p:cNvPr id="1026" name="Picture 2"/>
          <p:cNvPicPr>
            <a:picLocks noChangeAspect="1" noChangeArrowheads="1"/>
          </p:cNvPicPr>
          <p:nvPr/>
        </p:nvPicPr>
        <p:blipFill>
          <a:blip r:embed="rId4"/>
          <a:srcRect/>
          <a:stretch>
            <a:fillRect/>
          </a:stretch>
        </p:blipFill>
        <p:spPr bwMode="auto">
          <a:xfrm>
            <a:off x="275051" y="789461"/>
            <a:ext cx="7170778" cy="5287425"/>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Google Shape;412;p41"/>
          <p:cNvPicPr preferRelativeResize="0"/>
          <p:nvPr/>
        </p:nvPicPr>
        <p:blipFill rotWithShape="1">
          <a:blip r:embed="rId3">
            <a:alphaModFix/>
          </a:blip>
          <a:srcRect/>
          <a:stretch/>
        </p:blipFill>
        <p:spPr>
          <a:xfrm>
            <a:off x="7391400" y="0"/>
            <a:ext cx="1524000" cy="1066800"/>
          </a:xfrm>
          <a:prstGeom prst="rect">
            <a:avLst/>
          </a:prstGeom>
          <a:noFill/>
          <a:ln>
            <a:noFill/>
          </a:ln>
        </p:spPr>
      </p:pic>
      <p:pic>
        <p:nvPicPr>
          <p:cNvPr id="413" name="Google Shape;413;p41" descr="E:\munni\0914_thank_you_note_with_blue_pen_on_white_background_stock_photo_Slide01.jpg"/>
          <p:cNvPicPr preferRelativeResize="0"/>
          <p:nvPr/>
        </p:nvPicPr>
        <p:blipFill rotWithShape="1">
          <a:blip r:embed="rId4">
            <a:alphaModFix/>
          </a:blip>
          <a:srcRect/>
          <a:stretch/>
        </p:blipFill>
        <p:spPr>
          <a:xfrm>
            <a:off x="0" y="0"/>
            <a:ext cx="9144000" cy="6858000"/>
          </a:xfrm>
          <a:prstGeom prst="rect">
            <a:avLst/>
          </a:prstGeom>
          <a:noFill/>
          <a:ln>
            <a:noFill/>
          </a:ln>
        </p:spPr>
      </p:pic>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revised_IR_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10496</TotalTime>
  <Words>997</Words>
  <PresentationFormat>On-screen Show (4:3)</PresentationFormat>
  <Paragraphs>117</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revised_IR_template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HOME</dc:creator>
  <cp:lastModifiedBy>VASU</cp:lastModifiedBy>
  <cp:revision>293</cp:revision>
  <dcterms:modified xsi:type="dcterms:W3CDTF">2021-07-01T14:03:42Z</dcterms:modified>
</cp:coreProperties>
</file>