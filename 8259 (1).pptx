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1876" y="0"/>
            <a:ext cx="992124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38302" y="832485"/>
            <a:ext cx="4439843" cy="357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8741" y="889762"/>
            <a:ext cx="106997" cy="115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775327" y="889635"/>
            <a:ext cx="101853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812415" y="889635"/>
            <a:ext cx="101853" cy="1005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54175" y="889635"/>
            <a:ext cx="101853" cy="100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84567" y="889635"/>
            <a:ext cx="101803" cy="1005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12769" y="886079"/>
            <a:ext cx="176402" cy="2503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97813" y="886079"/>
            <a:ext cx="176402" cy="2503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38302" y="832485"/>
            <a:ext cx="4439920" cy="357505"/>
          </a:xfrm>
          <a:custGeom>
            <a:avLst/>
            <a:gdLst/>
            <a:ahLst/>
            <a:cxnLst/>
            <a:rect l="l" t="t" r="r" b="b"/>
            <a:pathLst>
              <a:path w="4439920" h="357505">
                <a:moveTo>
                  <a:pt x="3899966" y="6095"/>
                </a:moveTo>
                <a:lnTo>
                  <a:pt x="4120438" y="6095"/>
                </a:lnTo>
                <a:lnTo>
                  <a:pt x="4120438" y="60578"/>
                </a:lnTo>
                <a:lnTo>
                  <a:pt x="3961307" y="60578"/>
                </a:lnTo>
                <a:lnTo>
                  <a:pt x="3961307" y="141477"/>
                </a:lnTo>
                <a:lnTo>
                  <a:pt x="4075480" y="141477"/>
                </a:lnTo>
                <a:lnTo>
                  <a:pt x="4075480" y="193675"/>
                </a:lnTo>
                <a:lnTo>
                  <a:pt x="3961307" y="193675"/>
                </a:lnTo>
                <a:lnTo>
                  <a:pt x="3961307" y="297179"/>
                </a:lnTo>
                <a:lnTo>
                  <a:pt x="4117898" y="297179"/>
                </a:lnTo>
                <a:lnTo>
                  <a:pt x="4117898" y="351663"/>
                </a:lnTo>
                <a:lnTo>
                  <a:pt x="3899966" y="351663"/>
                </a:lnTo>
                <a:lnTo>
                  <a:pt x="3899966" y="6095"/>
                </a:lnTo>
                <a:close/>
              </a:path>
              <a:path w="4439920" h="357505">
                <a:moveTo>
                  <a:pt x="3565448" y="6095"/>
                </a:moveTo>
                <a:lnTo>
                  <a:pt x="3633012" y="6095"/>
                </a:lnTo>
                <a:lnTo>
                  <a:pt x="3712895" y="239649"/>
                </a:lnTo>
                <a:lnTo>
                  <a:pt x="3797350" y="6095"/>
                </a:lnTo>
                <a:lnTo>
                  <a:pt x="3863390" y="6095"/>
                </a:lnTo>
                <a:lnTo>
                  <a:pt x="3728516" y="356362"/>
                </a:lnTo>
                <a:lnTo>
                  <a:pt x="3694734" y="356362"/>
                </a:lnTo>
                <a:lnTo>
                  <a:pt x="3565448" y="6095"/>
                </a:lnTo>
                <a:close/>
              </a:path>
              <a:path w="4439920" h="357505">
                <a:moveTo>
                  <a:pt x="3368090" y="6095"/>
                </a:moveTo>
                <a:lnTo>
                  <a:pt x="3429431" y="6095"/>
                </a:lnTo>
                <a:lnTo>
                  <a:pt x="3429431" y="297179"/>
                </a:lnTo>
                <a:lnTo>
                  <a:pt x="3585514" y="297179"/>
                </a:lnTo>
                <a:lnTo>
                  <a:pt x="3585514" y="351663"/>
                </a:lnTo>
                <a:lnTo>
                  <a:pt x="3368090" y="351663"/>
                </a:lnTo>
                <a:lnTo>
                  <a:pt x="3368090" y="6095"/>
                </a:lnTo>
                <a:close/>
              </a:path>
              <a:path w="4439920" h="357505">
                <a:moveTo>
                  <a:pt x="2507030" y="6095"/>
                </a:moveTo>
                <a:lnTo>
                  <a:pt x="2727502" y="6095"/>
                </a:lnTo>
                <a:lnTo>
                  <a:pt x="2727502" y="60578"/>
                </a:lnTo>
                <a:lnTo>
                  <a:pt x="2568371" y="60578"/>
                </a:lnTo>
                <a:lnTo>
                  <a:pt x="2568371" y="141477"/>
                </a:lnTo>
                <a:lnTo>
                  <a:pt x="2682544" y="141477"/>
                </a:lnTo>
                <a:lnTo>
                  <a:pt x="2682544" y="193675"/>
                </a:lnTo>
                <a:lnTo>
                  <a:pt x="2568371" y="193675"/>
                </a:lnTo>
                <a:lnTo>
                  <a:pt x="2568371" y="297179"/>
                </a:lnTo>
                <a:lnTo>
                  <a:pt x="2724962" y="297179"/>
                </a:lnTo>
                <a:lnTo>
                  <a:pt x="2724962" y="351663"/>
                </a:lnTo>
                <a:lnTo>
                  <a:pt x="2507030" y="351663"/>
                </a:lnTo>
                <a:lnTo>
                  <a:pt x="2507030" y="6095"/>
                </a:lnTo>
                <a:close/>
              </a:path>
              <a:path w="4439920" h="357505">
                <a:moveTo>
                  <a:pt x="1744268" y="6095"/>
                </a:moveTo>
                <a:lnTo>
                  <a:pt x="1809419" y="6095"/>
                </a:lnTo>
                <a:lnTo>
                  <a:pt x="1891207" y="153542"/>
                </a:lnTo>
                <a:lnTo>
                  <a:pt x="1973376" y="6095"/>
                </a:lnTo>
                <a:lnTo>
                  <a:pt x="2038273" y="6095"/>
                </a:lnTo>
                <a:lnTo>
                  <a:pt x="1922195" y="209930"/>
                </a:lnTo>
                <a:lnTo>
                  <a:pt x="1922195" y="351663"/>
                </a:lnTo>
                <a:lnTo>
                  <a:pt x="1860854" y="351663"/>
                </a:lnTo>
                <a:lnTo>
                  <a:pt x="1860854" y="209930"/>
                </a:lnTo>
                <a:lnTo>
                  <a:pt x="1744268" y="6095"/>
                </a:lnTo>
                <a:close/>
              </a:path>
              <a:path w="4439920" h="357505">
                <a:moveTo>
                  <a:pt x="1452168" y="6095"/>
                </a:moveTo>
                <a:lnTo>
                  <a:pt x="1738299" y="6095"/>
                </a:lnTo>
                <a:lnTo>
                  <a:pt x="1738299" y="60578"/>
                </a:lnTo>
                <a:lnTo>
                  <a:pt x="1623491" y="60578"/>
                </a:lnTo>
                <a:lnTo>
                  <a:pt x="1623491" y="351663"/>
                </a:lnTo>
                <a:lnTo>
                  <a:pt x="1562150" y="351663"/>
                </a:lnTo>
                <a:lnTo>
                  <a:pt x="1562150" y="60578"/>
                </a:lnTo>
                <a:lnTo>
                  <a:pt x="1452168" y="60578"/>
                </a:lnTo>
                <a:lnTo>
                  <a:pt x="1452168" y="6095"/>
                </a:lnTo>
                <a:close/>
              </a:path>
              <a:path w="4439920" h="357505">
                <a:moveTo>
                  <a:pt x="1349933" y="6095"/>
                </a:moveTo>
                <a:lnTo>
                  <a:pt x="1411274" y="6095"/>
                </a:lnTo>
                <a:lnTo>
                  <a:pt x="1411274" y="351663"/>
                </a:lnTo>
                <a:lnTo>
                  <a:pt x="1349933" y="351663"/>
                </a:lnTo>
                <a:lnTo>
                  <a:pt x="1349933" y="6095"/>
                </a:lnTo>
                <a:close/>
              </a:path>
              <a:path w="4439920" h="357505">
                <a:moveTo>
                  <a:pt x="580301" y="6095"/>
                </a:moveTo>
                <a:lnTo>
                  <a:pt x="641629" y="6095"/>
                </a:lnTo>
                <a:lnTo>
                  <a:pt x="641629" y="351663"/>
                </a:lnTo>
                <a:lnTo>
                  <a:pt x="580301" y="351663"/>
                </a:lnTo>
                <a:lnTo>
                  <a:pt x="580301" y="6095"/>
                </a:lnTo>
                <a:close/>
              </a:path>
              <a:path w="4439920" h="357505">
                <a:moveTo>
                  <a:pt x="71716" y="3682"/>
                </a:moveTo>
                <a:lnTo>
                  <a:pt x="109895" y="5254"/>
                </a:lnTo>
                <a:lnTo>
                  <a:pt x="169750" y="17827"/>
                </a:lnTo>
                <a:lnTo>
                  <a:pt x="207993" y="43164"/>
                </a:lnTo>
                <a:lnTo>
                  <a:pt x="226920" y="82407"/>
                </a:lnTo>
                <a:lnTo>
                  <a:pt x="229285" y="107314"/>
                </a:lnTo>
                <a:lnTo>
                  <a:pt x="223681" y="150108"/>
                </a:lnTo>
                <a:lnTo>
                  <a:pt x="206869" y="183393"/>
                </a:lnTo>
                <a:lnTo>
                  <a:pt x="178846" y="207167"/>
                </a:lnTo>
                <a:lnTo>
                  <a:pt x="139612" y="221432"/>
                </a:lnTo>
                <a:lnTo>
                  <a:pt x="89166" y="226187"/>
                </a:lnTo>
                <a:lnTo>
                  <a:pt x="83534" y="226089"/>
                </a:lnTo>
                <a:lnTo>
                  <a:pt x="77019" y="225790"/>
                </a:lnTo>
                <a:lnTo>
                  <a:pt x="69617" y="225276"/>
                </a:lnTo>
                <a:lnTo>
                  <a:pt x="61328" y="224536"/>
                </a:lnTo>
                <a:lnTo>
                  <a:pt x="61328" y="351663"/>
                </a:lnTo>
                <a:lnTo>
                  <a:pt x="0" y="351663"/>
                </a:lnTo>
                <a:lnTo>
                  <a:pt x="0" y="6350"/>
                </a:lnTo>
                <a:lnTo>
                  <a:pt x="27484" y="5183"/>
                </a:lnTo>
                <a:lnTo>
                  <a:pt x="48598" y="4349"/>
                </a:lnTo>
                <a:lnTo>
                  <a:pt x="63341" y="3849"/>
                </a:lnTo>
                <a:lnTo>
                  <a:pt x="71716" y="3682"/>
                </a:lnTo>
                <a:close/>
              </a:path>
              <a:path w="4439920" h="357505">
                <a:moveTo>
                  <a:pt x="4270044" y="2539"/>
                </a:moveTo>
                <a:lnTo>
                  <a:pt x="4327625" y="8899"/>
                </a:lnTo>
                <a:lnTo>
                  <a:pt x="4368739" y="27987"/>
                </a:lnTo>
                <a:lnTo>
                  <a:pt x="4393399" y="59815"/>
                </a:lnTo>
                <a:lnTo>
                  <a:pt x="4401616" y="104393"/>
                </a:lnTo>
                <a:lnTo>
                  <a:pt x="4400475" y="119395"/>
                </a:lnTo>
                <a:lnTo>
                  <a:pt x="4383455" y="160400"/>
                </a:lnTo>
                <a:lnTo>
                  <a:pt x="4350951" y="189868"/>
                </a:lnTo>
                <a:lnTo>
                  <a:pt x="4337735" y="195961"/>
                </a:lnTo>
                <a:lnTo>
                  <a:pt x="4439843" y="351663"/>
                </a:lnTo>
                <a:lnTo>
                  <a:pt x="4369104" y="351663"/>
                </a:lnTo>
                <a:lnTo>
                  <a:pt x="4276902" y="208914"/>
                </a:lnTo>
                <a:lnTo>
                  <a:pt x="4269239" y="208746"/>
                </a:lnTo>
                <a:lnTo>
                  <a:pt x="4260170" y="208422"/>
                </a:lnTo>
                <a:lnTo>
                  <a:pt x="4249720" y="207932"/>
                </a:lnTo>
                <a:lnTo>
                  <a:pt x="4237913" y="207263"/>
                </a:lnTo>
                <a:lnTo>
                  <a:pt x="4237913" y="351663"/>
                </a:lnTo>
                <a:lnTo>
                  <a:pt x="4174286" y="351663"/>
                </a:lnTo>
                <a:lnTo>
                  <a:pt x="4174286" y="6095"/>
                </a:lnTo>
                <a:lnTo>
                  <a:pt x="4178696" y="5978"/>
                </a:lnTo>
                <a:lnTo>
                  <a:pt x="4186796" y="5635"/>
                </a:lnTo>
                <a:lnTo>
                  <a:pt x="4198611" y="5078"/>
                </a:lnTo>
                <a:lnTo>
                  <a:pt x="4214164" y="4317"/>
                </a:lnTo>
                <a:lnTo>
                  <a:pt x="4230647" y="3557"/>
                </a:lnTo>
                <a:lnTo>
                  <a:pt x="4245438" y="3000"/>
                </a:lnTo>
                <a:lnTo>
                  <a:pt x="4258563" y="2657"/>
                </a:lnTo>
                <a:lnTo>
                  <a:pt x="4270044" y="2539"/>
                </a:lnTo>
                <a:close/>
              </a:path>
              <a:path w="4439920" h="357505">
                <a:moveTo>
                  <a:pt x="2307132" y="2539"/>
                </a:moveTo>
                <a:lnTo>
                  <a:pt x="2364713" y="8899"/>
                </a:lnTo>
                <a:lnTo>
                  <a:pt x="2405827" y="27987"/>
                </a:lnTo>
                <a:lnTo>
                  <a:pt x="2430487" y="59815"/>
                </a:lnTo>
                <a:lnTo>
                  <a:pt x="2438704" y="104393"/>
                </a:lnTo>
                <a:lnTo>
                  <a:pt x="2437563" y="119395"/>
                </a:lnTo>
                <a:lnTo>
                  <a:pt x="2420543" y="160400"/>
                </a:lnTo>
                <a:lnTo>
                  <a:pt x="2388039" y="189868"/>
                </a:lnTo>
                <a:lnTo>
                  <a:pt x="2374823" y="195961"/>
                </a:lnTo>
                <a:lnTo>
                  <a:pt x="2476931" y="351663"/>
                </a:lnTo>
                <a:lnTo>
                  <a:pt x="2406192" y="351663"/>
                </a:lnTo>
                <a:lnTo>
                  <a:pt x="2313990" y="208914"/>
                </a:lnTo>
                <a:lnTo>
                  <a:pt x="2306327" y="208746"/>
                </a:lnTo>
                <a:lnTo>
                  <a:pt x="2297258" y="208422"/>
                </a:lnTo>
                <a:lnTo>
                  <a:pt x="2286808" y="207932"/>
                </a:lnTo>
                <a:lnTo>
                  <a:pt x="2275001" y="207263"/>
                </a:lnTo>
                <a:lnTo>
                  <a:pt x="2275001" y="351663"/>
                </a:lnTo>
                <a:lnTo>
                  <a:pt x="2211374" y="351663"/>
                </a:lnTo>
                <a:lnTo>
                  <a:pt x="2211374" y="6095"/>
                </a:lnTo>
                <a:lnTo>
                  <a:pt x="2215784" y="5978"/>
                </a:lnTo>
                <a:lnTo>
                  <a:pt x="2223884" y="5635"/>
                </a:lnTo>
                <a:lnTo>
                  <a:pt x="2235699" y="5078"/>
                </a:lnTo>
                <a:lnTo>
                  <a:pt x="2251252" y="4317"/>
                </a:lnTo>
                <a:lnTo>
                  <a:pt x="2267735" y="3557"/>
                </a:lnTo>
                <a:lnTo>
                  <a:pt x="2282526" y="3000"/>
                </a:lnTo>
                <a:lnTo>
                  <a:pt x="2295651" y="2657"/>
                </a:lnTo>
                <a:lnTo>
                  <a:pt x="2307132" y="2539"/>
                </a:lnTo>
                <a:close/>
              </a:path>
              <a:path w="4439920" h="357505">
                <a:moveTo>
                  <a:pt x="1148892" y="2539"/>
                </a:moveTo>
                <a:lnTo>
                  <a:pt x="1206473" y="8899"/>
                </a:lnTo>
                <a:lnTo>
                  <a:pt x="1247587" y="27987"/>
                </a:lnTo>
                <a:lnTo>
                  <a:pt x="1272247" y="59815"/>
                </a:lnTo>
                <a:lnTo>
                  <a:pt x="1280464" y="104393"/>
                </a:lnTo>
                <a:lnTo>
                  <a:pt x="1279323" y="119395"/>
                </a:lnTo>
                <a:lnTo>
                  <a:pt x="1262303" y="160400"/>
                </a:lnTo>
                <a:lnTo>
                  <a:pt x="1229799" y="189868"/>
                </a:lnTo>
                <a:lnTo>
                  <a:pt x="1216583" y="195961"/>
                </a:lnTo>
                <a:lnTo>
                  <a:pt x="1318691" y="351663"/>
                </a:lnTo>
                <a:lnTo>
                  <a:pt x="1247952" y="351663"/>
                </a:lnTo>
                <a:lnTo>
                  <a:pt x="1155750" y="208914"/>
                </a:lnTo>
                <a:lnTo>
                  <a:pt x="1148087" y="208746"/>
                </a:lnTo>
                <a:lnTo>
                  <a:pt x="1139018" y="208422"/>
                </a:lnTo>
                <a:lnTo>
                  <a:pt x="1128568" y="207932"/>
                </a:lnTo>
                <a:lnTo>
                  <a:pt x="1116761" y="207263"/>
                </a:lnTo>
                <a:lnTo>
                  <a:pt x="1116761" y="351663"/>
                </a:lnTo>
                <a:lnTo>
                  <a:pt x="1053134" y="351663"/>
                </a:lnTo>
                <a:lnTo>
                  <a:pt x="1053134" y="6095"/>
                </a:lnTo>
                <a:lnTo>
                  <a:pt x="1057544" y="5978"/>
                </a:lnTo>
                <a:lnTo>
                  <a:pt x="1065644" y="5635"/>
                </a:lnTo>
                <a:lnTo>
                  <a:pt x="1077459" y="5078"/>
                </a:lnTo>
                <a:lnTo>
                  <a:pt x="1093012" y="4317"/>
                </a:lnTo>
                <a:lnTo>
                  <a:pt x="1109495" y="3557"/>
                </a:lnTo>
                <a:lnTo>
                  <a:pt x="1124286" y="3000"/>
                </a:lnTo>
                <a:lnTo>
                  <a:pt x="1137411" y="2657"/>
                </a:lnTo>
                <a:lnTo>
                  <a:pt x="1148892" y="2539"/>
                </a:lnTo>
                <a:close/>
              </a:path>
              <a:path w="4439920" h="357505">
                <a:moveTo>
                  <a:pt x="379234" y="2539"/>
                </a:moveTo>
                <a:lnTo>
                  <a:pt x="436825" y="8899"/>
                </a:lnTo>
                <a:lnTo>
                  <a:pt x="477961" y="27987"/>
                </a:lnTo>
                <a:lnTo>
                  <a:pt x="502642" y="59815"/>
                </a:lnTo>
                <a:lnTo>
                  <a:pt x="510870" y="104393"/>
                </a:lnTo>
                <a:lnTo>
                  <a:pt x="509734" y="119395"/>
                </a:lnTo>
                <a:lnTo>
                  <a:pt x="492696" y="160400"/>
                </a:lnTo>
                <a:lnTo>
                  <a:pt x="460149" y="189868"/>
                </a:lnTo>
                <a:lnTo>
                  <a:pt x="446938" y="195961"/>
                </a:lnTo>
                <a:lnTo>
                  <a:pt x="549084" y="351663"/>
                </a:lnTo>
                <a:lnTo>
                  <a:pt x="478307" y="351663"/>
                </a:lnTo>
                <a:lnTo>
                  <a:pt x="386080" y="208914"/>
                </a:lnTo>
                <a:lnTo>
                  <a:pt x="378426" y="208746"/>
                </a:lnTo>
                <a:lnTo>
                  <a:pt x="369389" y="208422"/>
                </a:lnTo>
                <a:lnTo>
                  <a:pt x="358965" y="207932"/>
                </a:lnTo>
                <a:lnTo>
                  <a:pt x="347154" y="207263"/>
                </a:lnTo>
                <a:lnTo>
                  <a:pt x="347154" y="351663"/>
                </a:lnTo>
                <a:lnTo>
                  <a:pt x="283464" y="351663"/>
                </a:lnTo>
                <a:lnTo>
                  <a:pt x="283464" y="6095"/>
                </a:lnTo>
                <a:lnTo>
                  <a:pt x="287905" y="5978"/>
                </a:lnTo>
                <a:lnTo>
                  <a:pt x="296029" y="5635"/>
                </a:lnTo>
                <a:lnTo>
                  <a:pt x="307836" y="5078"/>
                </a:lnTo>
                <a:lnTo>
                  <a:pt x="323329" y="4317"/>
                </a:lnTo>
                <a:lnTo>
                  <a:pt x="339826" y="3557"/>
                </a:lnTo>
                <a:lnTo>
                  <a:pt x="354644" y="3000"/>
                </a:lnTo>
                <a:lnTo>
                  <a:pt x="367781" y="2657"/>
                </a:lnTo>
                <a:lnTo>
                  <a:pt x="379234" y="2539"/>
                </a:lnTo>
                <a:close/>
              </a:path>
              <a:path w="4439920" h="357505">
                <a:moveTo>
                  <a:pt x="2870250" y="126"/>
                </a:moveTo>
                <a:lnTo>
                  <a:pt x="2898182" y="1531"/>
                </a:lnTo>
                <a:lnTo>
                  <a:pt x="2922162" y="5746"/>
                </a:lnTo>
                <a:lnTo>
                  <a:pt x="2942188" y="12771"/>
                </a:lnTo>
                <a:lnTo>
                  <a:pt x="2958261" y="22605"/>
                </a:lnTo>
                <a:lnTo>
                  <a:pt x="2939592" y="75437"/>
                </a:lnTo>
                <a:lnTo>
                  <a:pt x="2923185" y="65343"/>
                </a:lnTo>
                <a:lnTo>
                  <a:pt x="2906350" y="58118"/>
                </a:lnTo>
                <a:lnTo>
                  <a:pt x="2889086" y="53774"/>
                </a:lnTo>
                <a:lnTo>
                  <a:pt x="2871393" y="52324"/>
                </a:lnTo>
                <a:lnTo>
                  <a:pt x="2861396" y="53016"/>
                </a:lnTo>
                <a:lnTo>
                  <a:pt x="2829753" y="76390"/>
                </a:lnTo>
                <a:lnTo>
                  <a:pt x="2826816" y="92710"/>
                </a:lnTo>
                <a:lnTo>
                  <a:pt x="2830934" y="107711"/>
                </a:lnTo>
                <a:lnTo>
                  <a:pt x="2843279" y="122999"/>
                </a:lnTo>
                <a:lnTo>
                  <a:pt x="2863839" y="138572"/>
                </a:lnTo>
                <a:lnTo>
                  <a:pt x="2892602" y="154431"/>
                </a:lnTo>
                <a:lnTo>
                  <a:pt x="2908743" y="162742"/>
                </a:lnTo>
                <a:lnTo>
                  <a:pt x="2922479" y="170719"/>
                </a:lnTo>
                <a:lnTo>
                  <a:pt x="2956182" y="201168"/>
                </a:lnTo>
                <a:lnTo>
                  <a:pt x="2972009" y="239061"/>
                </a:lnTo>
                <a:lnTo>
                  <a:pt x="2974009" y="261365"/>
                </a:lnTo>
                <a:lnTo>
                  <a:pt x="2971938" y="281394"/>
                </a:lnTo>
                <a:lnTo>
                  <a:pt x="2955364" y="315926"/>
                </a:lnTo>
                <a:lnTo>
                  <a:pt x="2922884" y="342288"/>
                </a:lnTo>
                <a:lnTo>
                  <a:pt x="2878497" y="355814"/>
                </a:lnTo>
                <a:lnTo>
                  <a:pt x="2852089" y="357504"/>
                </a:lnTo>
                <a:lnTo>
                  <a:pt x="2828491" y="355955"/>
                </a:lnTo>
                <a:lnTo>
                  <a:pt x="2806084" y="351297"/>
                </a:lnTo>
                <a:lnTo>
                  <a:pt x="2784867" y="343521"/>
                </a:lnTo>
                <a:lnTo>
                  <a:pt x="2764840" y="332613"/>
                </a:lnTo>
                <a:lnTo>
                  <a:pt x="2787446" y="277622"/>
                </a:lnTo>
                <a:lnTo>
                  <a:pt x="2805548" y="288770"/>
                </a:lnTo>
                <a:lnTo>
                  <a:pt x="2823483" y="296703"/>
                </a:lnTo>
                <a:lnTo>
                  <a:pt x="2841274" y="301446"/>
                </a:lnTo>
                <a:lnTo>
                  <a:pt x="2858947" y="303022"/>
                </a:lnTo>
                <a:lnTo>
                  <a:pt x="2882544" y="300664"/>
                </a:lnTo>
                <a:lnTo>
                  <a:pt x="2899413" y="293592"/>
                </a:lnTo>
                <a:lnTo>
                  <a:pt x="2909543" y="281805"/>
                </a:lnTo>
                <a:lnTo>
                  <a:pt x="2912922" y="265302"/>
                </a:lnTo>
                <a:lnTo>
                  <a:pt x="2912135" y="256561"/>
                </a:lnTo>
                <a:lnTo>
                  <a:pt x="2892150" y="223333"/>
                </a:lnTo>
                <a:lnTo>
                  <a:pt x="2847644" y="195579"/>
                </a:lnTo>
                <a:lnTo>
                  <a:pt x="2829432" y="186102"/>
                </a:lnTo>
                <a:lnTo>
                  <a:pt x="2814434" y="177482"/>
                </a:lnTo>
                <a:lnTo>
                  <a:pt x="2781954" y="148764"/>
                </a:lnTo>
                <a:lnTo>
                  <a:pt x="2765950" y="103616"/>
                </a:lnTo>
                <a:lnTo>
                  <a:pt x="2765475" y="93090"/>
                </a:lnTo>
                <a:lnTo>
                  <a:pt x="2767309" y="73923"/>
                </a:lnTo>
                <a:lnTo>
                  <a:pt x="2794812" y="26542"/>
                </a:lnTo>
                <a:lnTo>
                  <a:pt x="2828388" y="6762"/>
                </a:lnTo>
                <a:lnTo>
                  <a:pt x="2848265" y="1789"/>
                </a:lnTo>
                <a:lnTo>
                  <a:pt x="2870250" y="126"/>
                </a:lnTo>
                <a:close/>
              </a:path>
              <a:path w="4439920" h="357505">
                <a:moveTo>
                  <a:pt x="3160318" y="0"/>
                </a:moveTo>
                <a:lnTo>
                  <a:pt x="3226041" y="11541"/>
                </a:lnTo>
                <a:lnTo>
                  <a:pt x="3274237" y="46227"/>
                </a:lnTo>
                <a:lnTo>
                  <a:pt x="3303781" y="101726"/>
                </a:lnTo>
                <a:lnTo>
                  <a:pt x="3313607" y="175894"/>
                </a:lnTo>
                <a:lnTo>
                  <a:pt x="3311036" y="215542"/>
                </a:lnTo>
                <a:lnTo>
                  <a:pt x="3290462" y="281836"/>
                </a:lnTo>
                <a:lnTo>
                  <a:pt x="3249720" y="329965"/>
                </a:lnTo>
                <a:lnTo>
                  <a:pt x="3191288" y="354453"/>
                </a:lnTo>
                <a:lnTo>
                  <a:pt x="3155619" y="357504"/>
                </a:lnTo>
                <a:lnTo>
                  <a:pt x="3122804" y="354478"/>
                </a:lnTo>
                <a:lnTo>
                  <a:pt x="3069412" y="330233"/>
                </a:lnTo>
                <a:lnTo>
                  <a:pt x="3032570" y="282461"/>
                </a:lnTo>
                <a:lnTo>
                  <a:pt x="3014040" y="215925"/>
                </a:lnTo>
                <a:lnTo>
                  <a:pt x="3011728" y="175894"/>
                </a:lnTo>
                <a:lnTo>
                  <a:pt x="3014252" y="140440"/>
                </a:lnTo>
                <a:lnTo>
                  <a:pt x="3034445" y="78007"/>
                </a:lnTo>
                <a:lnTo>
                  <a:pt x="3074075" y="28717"/>
                </a:lnTo>
                <a:lnTo>
                  <a:pt x="3128142" y="3190"/>
                </a:lnTo>
                <a:lnTo>
                  <a:pt x="3160318" y="0"/>
                </a:lnTo>
                <a:close/>
              </a:path>
              <a:path w="4439920" h="357505">
                <a:moveTo>
                  <a:pt x="845362" y="0"/>
                </a:moveTo>
                <a:lnTo>
                  <a:pt x="911085" y="11541"/>
                </a:lnTo>
                <a:lnTo>
                  <a:pt x="959281" y="46227"/>
                </a:lnTo>
                <a:lnTo>
                  <a:pt x="988825" y="101726"/>
                </a:lnTo>
                <a:lnTo>
                  <a:pt x="998651" y="175894"/>
                </a:lnTo>
                <a:lnTo>
                  <a:pt x="996080" y="215542"/>
                </a:lnTo>
                <a:lnTo>
                  <a:pt x="975506" y="281836"/>
                </a:lnTo>
                <a:lnTo>
                  <a:pt x="934764" y="329965"/>
                </a:lnTo>
                <a:lnTo>
                  <a:pt x="876332" y="354453"/>
                </a:lnTo>
                <a:lnTo>
                  <a:pt x="840663" y="357504"/>
                </a:lnTo>
                <a:lnTo>
                  <a:pt x="807848" y="354478"/>
                </a:lnTo>
                <a:lnTo>
                  <a:pt x="754456" y="330233"/>
                </a:lnTo>
                <a:lnTo>
                  <a:pt x="717612" y="282461"/>
                </a:lnTo>
                <a:lnTo>
                  <a:pt x="699043" y="215925"/>
                </a:lnTo>
                <a:lnTo>
                  <a:pt x="696721" y="175894"/>
                </a:lnTo>
                <a:lnTo>
                  <a:pt x="699250" y="140440"/>
                </a:lnTo>
                <a:lnTo>
                  <a:pt x="719471" y="78007"/>
                </a:lnTo>
                <a:lnTo>
                  <a:pt x="759119" y="28717"/>
                </a:lnTo>
                <a:lnTo>
                  <a:pt x="813186" y="3190"/>
                </a:lnTo>
                <a:lnTo>
                  <a:pt x="845362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1876" y="0"/>
            <a:ext cx="992124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1775205"/>
            <a:ext cx="8072119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4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4.png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7.png"/><Relationship Id="rId10" Type="http://schemas.openxmlformats.org/officeDocument/2006/relationships/image" Target="../media/image64.png"/><Relationship Id="rId4" Type="http://schemas.openxmlformats.org/officeDocument/2006/relationships/image" Target="../media/image51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5476" y="0"/>
              <a:ext cx="6478524" cy="6857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61285" y="0"/>
              <a:ext cx="11430" cy="6858000"/>
            </a:xfrm>
            <a:custGeom>
              <a:avLst/>
              <a:gdLst/>
              <a:ahLst/>
              <a:cxnLst/>
              <a:rect l="l" t="t" r="r" b="b"/>
              <a:pathLst>
                <a:path w="11430" h="6858000">
                  <a:moveTo>
                    <a:pt x="1142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1429" y="6857999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56759" y="1642871"/>
              <a:ext cx="2468880" cy="13776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49167" y="2374392"/>
              <a:ext cx="5451348" cy="13776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63340" y="3105912"/>
              <a:ext cx="4041648" cy="1377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84447" y="3837431"/>
              <a:ext cx="4413504" cy="13776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98084" y="2021967"/>
              <a:ext cx="1612265" cy="451484"/>
            </a:xfrm>
            <a:custGeom>
              <a:avLst/>
              <a:gdLst/>
              <a:ahLst/>
              <a:cxnLst/>
              <a:rect l="l" t="t" r="r" b="b"/>
              <a:pathLst>
                <a:path w="1612265" h="451485">
                  <a:moveTo>
                    <a:pt x="133603" y="0"/>
                  </a:moveTo>
                  <a:lnTo>
                    <a:pt x="86360" y="7112"/>
                  </a:lnTo>
                  <a:lnTo>
                    <a:pt x="48640" y="28321"/>
                  </a:lnTo>
                  <a:lnTo>
                    <a:pt x="24002" y="61690"/>
                  </a:lnTo>
                  <a:lnTo>
                    <a:pt x="15862" y="103886"/>
                  </a:lnTo>
                  <a:lnTo>
                    <a:pt x="15767" y="105410"/>
                  </a:lnTo>
                  <a:lnTo>
                    <a:pt x="16845" y="119155"/>
                  </a:lnTo>
                  <a:lnTo>
                    <a:pt x="33400" y="159893"/>
                  </a:lnTo>
                  <a:lnTo>
                    <a:pt x="65422" y="193129"/>
                  </a:lnTo>
                  <a:lnTo>
                    <a:pt x="78612" y="201295"/>
                  </a:lnTo>
                  <a:lnTo>
                    <a:pt x="62611" y="209750"/>
                  </a:lnTo>
                  <a:lnTo>
                    <a:pt x="22605" y="250952"/>
                  </a:lnTo>
                  <a:lnTo>
                    <a:pt x="5635" y="286670"/>
                  </a:lnTo>
                  <a:lnTo>
                    <a:pt x="0" y="322961"/>
                  </a:lnTo>
                  <a:lnTo>
                    <a:pt x="5288" y="368635"/>
                  </a:lnTo>
                  <a:lnTo>
                    <a:pt x="21153" y="404159"/>
                  </a:lnTo>
                  <a:lnTo>
                    <a:pt x="47594" y="429534"/>
                  </a:lnTo>
                  <a:lnTo>
                    <a:pt x="84612" y="444759"/>
                  </a:lnTo>
                  <a:lnTo>
                    <a:pt x="132206" y="449834"/>
                  </a:lnTo>
                  <a:lnTo>
                    <a:pt x="162214" y="447762"/>
                  </a:lnTo>
                  <a:lnTo>
                    <a:pt x="188817" y="441547"/>
                  </a:lnTo>
                  <a:lnTo>
                    <a:pt x="212038" y="431188"/>
                  </a:lnTo>
                  <a:lnTo>
                    <a:pt x="231901" y="416687"/>
                  </a:lnTo>
                  <a:lnTo>
                    <a:pt x="247052" y="399161"/>
                  </a:lnTo>
                  <a:lnTo>
                    <a:pt x="132206" y="399161"/>
                  </a:lnTo>
                  <a:lnTo>
                    <a:pt x="116849" y="397801"/>
                  </a:lnTo>
                  <a:lnTo>
                    <a:pt x="79755" y="377317"/>
                  </a:lnTo>
                  <a:lnTo>
                    <a:pt x="60825" y="338562"/>
                  </a:lnTo>
                  <a:lnTo>
                    <a:pt x="59562" y="322961"/>
                  </a:lnTo>
                  <a:lnTo>
                    <a:pt x="63656" y="294336"/>
                  </a:lnTo>
                  <a:lnTo>
                    <a:pt x="75930" y="268843"/>
                  </a:lnTo>
                  <a:lnTo>
                    <a:pt x="96371" y="246469"/>
                  </a:lnTo>
                  <a:lnTo>
                    <a:pt x="124967" y="227203"/>
                  </a:lnTo>
                  <a:lnTo>
                    <a:pt x="218513" y="227203"/>
                  </a:lnTo>
                  <a:lnTo>
                    <a:pt x="189611" y="207263"/>
                  </a:lnTo>
                  <a:lnTo>
                    <a:pt x="201612" y="199259"/>
                  </a:lnTo>
                  <a:lnTo>
                    <a:pt x="212851" y="189325"/>
                  </a:lnTo>
                  <a:lnTo>
                    <a:pt x="218533" y="182880"/>
                  </a:lnTo>
                  <a:lnTo>
                    <a:pt x="151511" y="182880"/>
                  </a:lnTo>
                  <a:lnTo>
                    <a:pt x="118173" y="163546"/>
                  </a:lnTo>
                  <a:lnTo>
                    <a:pt x="94361" y="144033"/>
                  </a:lnTo>
                  <a:lnTo>
                    <a:pt x="80073" y="124354"/>
                  </a:lnTo>
                  <a:lnTo>
                    <a:pt x="75463" y="105156"/>
                  </a:lnTo>
                  <a:lnTo>
                    <a:pt x="75409" y="103886"/>
                  </a:lnTo>
                  <a:lnTo>
                    <a:pt x="78954" y="80944"/>
                  </a:lnTo>
                  <a:lnTo>
                    <a:pt x="89884" y="64119"/>
                  </a:lnTo>
                  <a:lnTo>
                    <a:pt x="108100" y="54032"/>
                  </a:lnTo>
                  <a:lnTo>
                    <a:pt x="133603" y="50673"/>
                  </a:lnTo>
                  <a:lnTo>
                    <a:pt x="238138" y="50673"/>
                  </a:lnTo>
                  <a:lnTo>
                    <a:pt x="234408" y="43755"/>
                  </a:lnTo>
                  <a:lnTo>
                    <a:pt x="220852" y="28321"/>
                  </a:lnTo>
                  <a:lnTo>
                    <a:pt x="203827" y="15966"/>
                  </a:lnTo>
                  <a:lnTo>
                    <a:pt x="183610" y="7112"/>
                  </a:lnTo>
                  <a:lnTo>
                    <a:pt x="160202" y="1781"/>
                  </a:lnTo>
                  <a:lnTo>
                    <a:pt x="133603" y="0"/>
                  </a:lnTo>
                  <a:close/>
                </a:path>
                <a:path w="1612265" h="451485">
                  <a:moveTo>
                    <a:pt x="218513" y="227203"/>
                  </a:moveTo>
                  <a:lnTo>
                    <a:pt x="124967" y="227203"/>
                  </a:lnTo>
                  <a:lnTo>
                    <a:pt x="149492" y="241278"/>
                  </a:lnTo>
                  <a:lnTo>
                    <a:pt x="169148" y="254365"/>
                  </a:lnTo>
                  <a:lnTo>
                    <a:pt x="200302" y="288456"/>
                  </a:lnTo>
                  <a:lnTo>
                    <a:pt x="208661" y="322961"/>
                  </a:lnTo>
                  <a:lnTo>
                    <a:pt x="207305" y="338891"/>
                  </a:lnTo>
                  <a:lnTo>
                    <a:pt x="187070" y="377825"/>
                  </a:lnTo>
                  <a:lnTo>
                    <a:pt x="148137" y="397827"/>
                  </a:lnTo>
                  <a:lnTo>
                    <a:pt x="132206" y="399161"/>
                  </a:lnTo>
                  <a:lnTo>
                    <a:pt x="247052" y="399161"/>
                  </a:lnTo>
                  <a:lnTo>
                    <a:pt x="247757" y="398345"/>
                  </a:lnTo>
                  <a:lnTo>
                    <a:pt x="259111" y="376634"/>
                  </a:lnTo>
                  <a:lnTo>
                    <a:pt x="265941" y="351518"/>
                  </a:lnTo>
                  <a:lnTo>
                    <a:pt x="268224" y="322961"/>
                  </a:lnTo>
                  <a:lnTo>
                    <a:pt x="263316" y="288863"/>
                  </a:lnTo>
                  <a:lnTo>
                    <a:pt x="248586" y="258206"/>
                  </a:lnTo>
                  <a:lnTo>
                    <a:pt x="224022" y="231003"/>
                  </a:lnTo>
                  <a:lnTo>
                    <a:pt x="218513" y="227203"/>
                  </a:lnTo>
                  <a:close/>
                </a:path>
                <a:path w="1612265" h="451485">
                  <a:moveTo>
                    <a:pt x="238138" y="50673"/>
                  </a:moveTo>
                  <a:lnTo>
                    <a:pt x="133603" y="50673"/>
                  </a:lnTo>
                  <a:lnTo>
                    <a:pt x="145960" y="51577"/>
                  </a:lnTo>
                  <a:lnTo>
                    <a:pt x="157114" y="54292"/>
                  </a:lnTo>
                  <a:lnTo>
                    <a:pt x="187944" y="81994"/>
                  </a:lnTo>
                  <a:lnTo>
                    <a:pt x="192024" y="103886"/>
                  </a:lnTo>
                  <a:lnTo>
                    <a:pt x="189497" y="124122"/>
                  </a:lnTo>
                  <a:lnTo>
                    <a:pt x="181911" y="144049"/>
                  </a:lnTo>
                  <a:lnTo>
                    <a:pt x="169253" y="163643"/>
                  </a:lnTo>
                  <a:lnTo>
                    <a:pt x="151511" y="182880"/>
                  </a:lnTo>
                  <a:lnTo>
                    <a:pt x="218533" y="182880"/>
                  </a:lnTo>
                  <a:lnTo>
                    <a:pt x="241286" y="148861"/>
                  </a:lnTo>
                  <a:lnTo>
                    <a:pt x="251840" y="105410"/>
                  </a:lnTo>
                  <a:lnTo>
                    <a:pt x="249910" y="82309"/>
                  </a:lnTo>
                  <a:lnTo>
                    <a:pt x="244109" y="61769"/>
                  </a:lnTo>
                  <a:lnTo>
                    <a:pt x="238138" y="50673"/>
                  </a:lnTo>
                  <a:close/>
                </a:path>
                <a:path w="1612265" h="451485">
                  <a:moveTo>
                    <a:pt x="1447800" y="1905"/>
                  </a:moveTo>
                  <a:lnTo>
                    <a:pt x="1431925" y="1905"/>
                  </a:lnTo>
                  <a:lnTo>
                    <a:pt x="1254887" y="443865"/>
                  </a:lnTo>
                  <a:lnTo>
                    <a:pt x="1321562" y="443865"/>
                  </a:lnTo>
                  <a:lnTo>
                    <a:pt x="1353692" y="351917"/>
                  </a:lnTo>
                  <a:lnTo>
                    <a:pt x="1577847" y="351917"/>
                  </a:lnTo>
                  <a:lnTo>
                    <a:pt x="1561568" y="308102"/>
                  </a:lnTo>
                  <a:lnTo>
                    <a:pt x="1369440" y="308102"/>
                  </a:lnTo>
                  <a:lnTo>
                    <a:pt x="1437004" y="116205"/>
                  </a:lnTo>
                  <a:lnTo>
                    <a:pt x="1490268" y="116205"/>
                  </a:lnTo>
                  <a:lnTo>
                    <a:pt x="1447800" y="1905"/>
                  </a:lnTo>
                  <a:close/>
                </a:path>
                <a:path w="1612265" h="451485">
                  <a:moveTo>
                    <a:pt x="1577847" y="351917"/>
                  </a:moveTo>
                  <a:lnTo>
                    <a:pt x="1515871" y="351917"/>
                  </a:lnTo>
                  <a:lnTo>
                    <a:pt x="1545970" y="443865"/>
                  </a:lnTo>
                  <a:lnTo>
                    <a:pt x="1612011" y="443865"/>
                  </a:lnTo>
                  <a:lnTo>
                    <a:pt x="1577847" y="351917"/>
                  </a:lnTo>
                  <a:close/>
                </a:path>
                <a:path w="1612265" h="451485">
                  <a:moveTo>
                    <a:pt x="1490268" y="116205"/>
                  </a:moveTo>
                  <a:lnTo>
                    <a:pt x="1437004" y="116205"/>
                  </a:lnTo>
                  <a:lnTo>
                    <a:pt x="1498980" y="308102"/>
                  </a:lnTo>
                  <a:lnTo>
                    <a:pt x="1561568" y="308102"/>
                  </a:lnTo>
                  <a:lnTo>
                    <a:pt x="1490268" y="116205"/>
                  </a:lnTo>
                  <a:close/>
                </a:path>
                <a:path w="1612265" h="451485">
                  <a:moveTo>
                    <a:pt x="1214534" y="256921"/>
                  </a:moveTo>
                  <a:lnTo>
                    <a:pt x="1151763" y="256921"/>
                  </a:lnTo>
                  <a:lnTo>
                    <a:pt x="1146476" y="274847"/>
                  </a:lnTo>
                  <a:lnTo>
                    <a:pt x="1135570" y="296227"/>
                  </a:lnTo>
                  <a:lnTo>
                    <a:pt x="1096899" y="349250"/>
                  </a:lnTo>
                  <a:lnTo>
                    <a:pt x="1053004" y="396700"/>
                  </a:lnTo>
                  <a:lnTo>
                    <a:pt x="1021206" y="419481"/>
                  </a:lnTo>
                  <a:lnTo>
                    <a:pt x="1050036" y="451358"/>
                  </a:lnTo>
                  <a:lnTo>
                    <a:pt x="1111186" y="418496"/>
                  </a:lnTo>
                  <a:lnTo>
                    <a:pt x="1140475" y="389564"/>
                  </a:lnTo>
                  <a:lnTo>
                    <a:pt x="1168907" y="352298"/>
                  </a:lnTo>
                  <a:lnTo>
                    <a:pt x="1193484" y="311100"/>
                  </a:lnTo>
                  <a:lnTo>
                    <a:pt x="1211024" y="270367"/>
                  </a:lnTo>
                  <a:lnTo>
                    <a:pt x="1214534" y="256921"/>
                  </a:lnTo>
                  <a:close/>
                </a:path>
                <a:path w="1612265" h="451485">
                  <a:moveTo>
                    <a:pt x="1081531" y="0"/>
                  </a:moveTo>
                  <a:lnTo>
                    <a:pt x="1031986" y="9779"/>
                  </a:lnTo>
                  <a:lnTo>
                    <a:pt x="991488" y="38988"/>
                  </a:lnTo>
                  <a:lnTo>
                    <a:pt x="964628" y="84248"/>
                  </a:lnTo>
                  <a:lnTo>
                    <a:pt x="955889" y="139065"/>
                  </a:lnTo>
                  <a:lnTo>
                    <a:pt x="955801" y="143763"/>
                  </a:lnTo>
                  <a:lnTo>
                    <a:pt x="957843" y="172559"/>
                  </a:lnTo>
                  <a:lnTo>
                    <a:pt x="975231" y="223371"/>
                  </a:lnTo>
                  <a:lnTo>
                    <a:pt x="1009332" y="259681"/>
                  </a:lnTo>
                  <a:lnTo>
                    <a:pt x="1055624" y="278108"/>
                  </a:lnTo>
                  <a:lnTo>
                    <a:pt x="1083055" y="280416"/>
                  </a:lnTo>
                  <a:lnTo>
                    <a:pt x="1103989" y="278959"/>
                  </a:lnTo>
                  <a:lnTo>
                    <a:pt x="1122410" y="274574"/>
                  </a:lnTo>
                  <a:lnTo>
                    <a:pt x="1138330" y="267235"/>
                  </a:lnTo>
                  <a:lnTo>
                    <a:pt x="1151763" y="256921"/>
                  </a:lnTo>
                  <a:lnTo>
                    <a:pt x="1214534" y="256921"/>
                  </a:lnTo>
                  <a:lnTo>
                    <a:pt x="1221539" y="230086"/>
                  </a:lnTo>
                  <a:lnTo>
                    <a:pt x="1221558" y="229870"/>
                  </a:lnTo>
                  <a:lnTo>
                    <a:pt x="1086992" y="229870"/>
                  </a:lnTo>
                  <a:lnTo>
                    <a:pt x="1072181" y="228322"/>
                  </a:lnTo>
                  <a:lnTo>
                    <a:pt x="1036319" y="205105"/>
                  </a:lnTo>
                  <a:lnTo>
                    <a:pt x="1017871" y="158706"/>
                  </a:lnTo>
                  <a:lnTo>
                    <a:pt x="1016635" y="139065"/>
                  </a:lnTo>
                  <a:lnTo>
                    <a:pt x="1017801" y="120114"/>
                  </a:lnTo>
                  <a:lnTo>
                    <a:pt x="1035303" y="74930"/>
                  </a:lnTo>
                  <a:lnTo>
                    <a:pt x="1070808" y="52195"/>
                  </a:lnTo>
                  <a:lnTo>
                    <a:pt x="1085977" y="50673"/>
                  </a:lnTo>
                  <a:lnTo>
                    <a:pt x="1190808" y="50673"/>
                  </a:lnTo>
                  <a:lnTo>
                    <a:pt x="1189148" y="47593"/>
                  </a:lnTo>
                  <a:lnTo>
                    <a:pt x="1161240" y="21157"/>
                  </a:lnTo>
                  <a:lnTo>
                    <a:pt x="1125367" y="5290"/>
                  </a:lnTo>
                  <a:lnTo>
                    <a:pt x="1081531" y="0"/>
                  </a:lnTo>
                  <a:close/>
                </a:path>
                <a:path w="1612265" h="451485">
                  <a:moveTo>
                    <a:pt x="1190808" y="50673"/>
                  </a:moveTo>
                  <a:lnTo>
                    <a:pt x="1085977" y="50673"/>
                  </a:lnTo>
                  <a:lnTo>
                    <a:pt x="1119481" y="56485"/>
                  </a:lnTo>
                  <a:lnTo>
                    <a:pt x="1143412" y="73929"/>
                  </a:lnTo>
                  <a:lnTo>
                    <a:pt x="1157771" y="103018"/>
                  </a:lnTo>
                  <a:lnTo>
                    <a:pt x="1162557" y="143763"/>
                  </a:lnTo>
                  <a:lnTo>
                    <a:pt x="1157823" y="181435"/>
                  </a:lnTo>
                  <a:lnTo>
                    <a:pt x="1143635" y="208343"/>
                  </a:lnTo>
                  <a:lnTo>
                    <a:pt x="1120016" y="224488"/>
                  </a:lnTo>
                  <a:lnTo>
                    <a:pt x="1086992" y="229870"/>
                  </a:lnTo>
                  <a:lnTo>
                    <a:pt x="1221558" y="229870"/>
                  </a:lnTo>
                  <a:lnTo>
                    <a:pt x="1225041" y="190246"/>
                  </a:lnTo>
                  <a:lnTo>
                    <a:pt x="1221052" y="132144"/>
                  </a:lnTo>
                  <a:lnTo>
                    <a:pt x="1209087" y="84591"/>
                  </a:lnTo>
                  <a:lnTo>
                    <a:pt x="1190808" y="50673"/>
                  </a:lnTo>
                  <a:close/>
                </a:path>
                <a:path w="1612265" h="451485">
                  <a:moveTo>
                    <a:pt x="675259" y="366141"/>
                  </a:moveTo>
                  <a:lnTo>
                    <a:pt x="652272" y="415925"/>
                  </a:lnTo>
                  <a:lnTo>
                    <a:pt x="673677" y="430760"/>
                  </a:lnTo>
                  <a:lnTo>
                    <a:pt x="697690" y="441356"/>
                  </a:lnTo>
                  <a:lnTo>
                    <a:pt x="724298" y="447714"/>
                  </a:lnTo>
                  <a:lnTo>
                    <a:pt x="753490" y="449834"/>
                  </a:lnTo>
                  <a:lnTo>
                    <a:pt x="798141" y="445273"/>
                  </a:lnTo>
                  <a:lnTo>
                    <a:pt x="834681" y="431593"/>
                  </a:lnTo>
                  <a:lnTo>
                    <a:pt x="863107" y="408797"/>
                  </a:lnTo>
                  <a:lnTo>
                    <a:pt x="869241" y="399161"/>
                  </a:lnTo>
                  <a:lnTo>
                    <a:pt x="753237" y="399161"/>
                  </a:lnTo>
                  <a:lnTo>
                    <a:pt x="734284" y="397109"/>
                  </a:lnTo>
                  <a:lnTo>
                    <a:pt x="714962" y="390937"/>
                  </a:lnTo>
                  <a:lnTo>
                    <a:pt x="695283" y="380622"/>
                  </a:lnTo>
                  <a:lnTo>
                    <a:pt x="675259" y="366141"/>
                  </a:lnTo>
                  <a:close/>
                </a:path>
                <a:path w="1612265" h="451485">
                  <a:moveTo>
                    <a:pt x="877662" y="196850"/>
                  </a:moveTo>
                  <a:lnTo>
                    <a:pt x="754379" y="196850"/>
                  </a:lnTo>
                  <a:lnTo>
                    <a:pt x="790571" y="202946"/>
                  </a:lnTo>
                  <a:lnTo>
                    <a:pt x="816451" y="221234"/>
                  </a:lnTo>
                  <a:lnTo>
                    <a:pt x="831996" y="251713"/>
                  </a:lnTo>
                  <a:lnTo>
                    <a:pt x="837184" y="294386"/>
                  </a:lnTo>
                  <a:lnTo>
                    <a:pt x="831925" y="340225"/>
                  </a:lnTo>
                  <a:lnTo>
                    <a:pt x="816165" y="372967"/>
                  </a:lnTo>
                  <a:lnTo>
                    <a:pt x="789928" y="392612"/>
                  </a:lnTo>
                  <a:lnTo>
                    <a:pt x="753237" y="399161"/>
                  </a:lnTo>
                  <a:lnTo>
                    <a:pt x="869241" y="399161"/>
                  </a:lnTo>
                  <a:lnTo>
                    <a:pt x="883416" y="376888"/>
                  </a:lnTo>
                  <a:lnTo>
                    <a:pt x="895604" y="335872"/>
                  </a:lnTo>
                  <a:lnTo>
                    <a:pt x="899667" y="285750"/>
                  </a:lnTo>
                  <a:lnTo>
                    <a:pt x="897667" y="254222"/>
                  </a:lnTo>
                  <a:lnTo>
                    <a:pt x="891666" y="226504"/>
                  </a:lnTo>
                  <a:lnTo>
                    <a:pt x="881665" y="202596"/>
                  </a:lnTo>
                  <a:lnTo>
                    <a:pt x="877662" y="196850"/>
                  </a:lnTo>
                  <a:close/>
                </a:path>
                <a:path w="1612265" h="451485">
                  <a:moveTo>
                    <a:pt x="879348" y="5969"/>
                  </a:moveTo>
                  <a:lnTo>
                    <a:pt x="662431" y="5969"/>
                  </a:lnTo>
                  <a:lnTo>
                    <a:pt x="662431" y="217043"/>
                  </a:lnTo>
                  <a:lnTo>
                    <a:pt x="682625" y="231012"/>
                  </a:lnTo>
                  <a:lnTo>
                    <a:pt x="699051" y="216084"/>
                  </a:lnTo>
                  <a:lnTo>
                    <a:pt x="716502" y="205406"/>
                  </a:lnTo>
                  <a:lnTo>
                    <a:pt x="734952" y="198991"/>
                  </a:lnTo>
                  <a:lnTo>
                    <a:pt x="754379" y="196850"/>
                  </a:lnTo>
                  <a:lnTo>
                    <a:pt x="877662" y="196850"/>
                  </a:lnTo>
                  <a:lnTo>
                    <a:pt x="867663" y="182499"/>
                  </a:lnTo>
                  <a:lnTo>
                    <a:pt x="849874" y="166643"/>
                  </a:lnTo>
                  <a:lnTo>
                    <a:pt x="842186" y="162560"/>
                  </a:lnTo>
                  <a:lnTo>
                    <a:pt x="718947" y="162560"/>
                  </a:lnTo>
                  <a:lnTo>
                    <a:pt x="718947" y="56642"/>
                  </a:lnTo>
                  <a:lnTo>
                    <a:pt x="879348" y="56642"/>
                  </a:lnTo>
                  <a:lnTo>
                    <a:pt x="879348" y="5969"/>
                  </a:lnTo>
                  <a:close/>
                </a:path>
                <a:path w="1612265" h="451485">
                  <a:moveTo>
                    <a:pt x="774953" y="146177"/>
                  </a:moveTo>
                  <a:lnTo>
                    <a:pt x="758737" y="147200"/>
                  </a:lnTo>
                  <a:lnTo>
                    <a:pt x="743997" y="150272"/>
                  </a:lnTo>
                  <a:lnTo>
                    <a:pt x="730734" y="155392"/>
                  </a:lnTo>
                  <a:lnTo>
                    <a:pt x="718947" y="162560"/>
                  </a:lnTo>
                  <a:lnTo>
                    <a:pt x="842186" y="162560"/>
                  </a:lnTo>
                  <a:lnTo>
                    <a:pt x="828500" y="155289"/>
                  </a:lnTo>
                  <a:lnTo>
                    <a:pt x="803530" y="148459"/>
                  </a:lnTo>
                  <a:lnTo>
                    <a:pt x="774953" y="146177"/>
                  </a:lnTo>
                  <a:close/>
                </a:path>
                <a:path w="1612265" h="451485">
                  <a:moveTo>
                    <a:pt x="539457" y="50673"/>
                  </a:moveTo>
                  <a:lnTo>
                    <a:pt x="425450" y="50673"/>
                  </a:lnTo>
                  <a:lnTo>
                    <a:pt x="455267" y="54439"/>
                  </a:lnTo>
                  <a:lnTo>
                    <a:pt x="476535" y="65754"/>
                  </a:lnTo>
                  <a:lnTo>
                    <a:pt x="489279" y="84641"/>
                  </a:lnTo>
                  <a:lnTo>
                    <a:pt x="493522" y="111125"/>
                  </a:lnTo>
                  <a:lnTo>
                    <a:pt x="490853" y="135247"/>
                  </a:lnTo>
                  <a:lnTo>
                    <a:pt x="482838" y="161893"/>
                  </a:lnTo>
                  <a:lnTo>
                    <a:pt x="469465" y="191063"/>
                  </a:lnTo>
                  <a:lnTo>
                    <a:pt x="450723" y="222758"/>
                  </a:lnTo>
                  <a:lnTo>
                    <a:pt x="314070" y="431927"/>
                  </a:lnTo>
                  <a:lnTo>
                    <a:pt x="314070" y="443865"/>
                  </a:lnTo>
                  <a:lnTo>
                    <a:pt x="582040" y="443865"/>
                  </a:lnTo>
                  <a:lnTo>
                    <a:pt x="582040" y="390271"/>
                  </a:lnTo>
                  <a:lnTo>
                    <a:pt x="411099" y="390271"/>
                  </a:lnTo>
                  <a:lnTo>
                    <a:pt x="509015" y="234950"/>
                  </a:lnTo>
                  <a:lnTo>
                    <a:pt x="529611" y="199136"/>
                  </a:lnTo>
                  <a:lnTo>
                    <a:pt x="544337" y="166560"/>
                  </a:lnTo>
                  <a:lnTo>
                    <a:pt x="553182" y="137223"/>
                  </a:lnTo>
                  <a:lnTo>
                    <a:pt x="556132" y="111125"/>
                  </a:lnTo>
                  <a:lnTo>
                    <a:pt x="553918" y="86125"/>
                  </a:lnTo>
                  <a:lnTo>
                    <a:pt x="547274" y="64103"/>
                  </a:lnTo>
                  <a:lnTo>
                    <a:pt x="539457" y="50673"/>
                  </a:lnTo>
                  <a:close/>
                </a:path>
                <a:path w="1612265" h="451485">
                  <a:moveTo>
                    <a:pt x="422401" y="0"/>
                  </a:moveTo>
                  <a:lnTo>
                    <a:pt x="383555" y="4349"/>
                  </a:lnTo>
                  <a:lnTo>
                    <a:pt x="337278" y="26677"/>
                  </a:lnTo>
                  <a:lnTo>
                    <a:pt x="311150" y="63754"/>
                  </a:lnTo>
                  <a:lnTo>
                    <a:pt x="349503" y="95250"/>
                  </a:lnTo>
                  <a:lnTo>
                    <a:pt x="355002" y="86036"/>
                  </a:lnTo>
                  <a:lnTo>
                    <a:pt x="361965" y="77644"/>
                  </a:lnTo>
                  <a:lnTo>
                    <a:pt x="402034" y="53832"/>
                  </a:lnTo>
                  <a:lnTo>
                    <a:pt x="425450" y="50673"/>
                  </a:lnTo>
                  <a:lnTo>
                    <a:pt x="539457" y="50673"/>
                  </a:lnTo>
                  <a:lnTo>
                    <a:pt x="536201" y="45081"/>
                  </a:lnTo>
                  <a:lnTo>
                    <a:pt x="520700" y="29083"/>
                  </a:lnTo>
                  <a:lnTo>
                    <a:pt x="501269" y="16394"/>
                  </a:lnTo>
                  <a:lnTo>
                    <a:pt x="478409" y="7302"/>
                  </a:lnTo>
                  <a:lnTo>
                    <a:pt x="452120" y="1829"/>
                  </a:lnTo>
                  <a:lnTo>
                    <a:pt x="4224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48503" y="2240025"/>
              <a:ext cx="167386" cy="19024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67526" y="2138171"/>
              <a:ext cx="129539" cy="192405"/>
            </a:xfrm>
            <a:custGeom>
              <a:avLst/>
              <a:gdLst/>
              <a:ahLst/>
              <a:cxnLst/>
              <a:rect l="l" t="t" r="r" b="b"/>
              <a:pathLst>
                <a:path w="129539" h="192405">
                  <a:moveTo>
                    <a:pt x="67563" y="0"/>
                  </a:moveTo>
                  <a:lnTo>
                    <a:pt x="0" y="191897"/>
                  </a:lnTo>
                  <a:lnTo>
                    <a:pt x="129539" y="191897"/>
                  </a:lnTo>
                  <a:lnTo>
                    <a:pt x="67563" y="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5576" y="2063496"/>
              <a:ext cx="164211" cy="19748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4252" y="2063496"/>
              <a:ext cx="135001" cy="15049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8084" y="2021967"/>
              <a:ext cx="1612265" cy="451484"/>
            </a:xfrm>
            <a:custGeom>
              <a:avLst/>
              <a:gdLst/>
              <a:ahLst/>
              <a:cxnLst/>
              <a:rect l="l" t="t" r="r" b="b"/>
              <a:pathLst>
                <a:path w="1612265" h="451485">
                  <a:moveTo>
                    <a:pt x="662431" y="5969"/>
                  </a:moveTo>
                  <a:lnTo>
                    <a:pt x="879348" y="5969"/>
                  </a:lnTo>
                  <a:lnTo>
                    <a:pt x="879348" y="56642"/>
                  </a:lnTo>
                  <a:lnTo>
                    <a:pt x="718947" y="56642"/>
                  </a:lnTo>
                  <a:lnTo>
                    <a:pt x="718947" y="162560"/>
                  </a:lnTo>
                  <a:lnTo>
                    <a:pt x="730734" y="155392"/>
                  </a:lnTo>
                  <a:lnTo>
                    <a:pt x="743997" y="150272"/>
                  </a:lnTo>
                  <a:lnTo>
                    <a:pt x="758737" y="147200"/>
                  </a:lnTo>
                  <a:lnTo>
                    <a:pt x="774953" y="146177"/>
                  </a:lnTo>
                  <a:lnTo>
                    <a:pt x="803530" y="148459"/>
                  </a:lnTo>
                  <a:lnTo>
                    <a:pt x="849874" y="166643"/>
                  </a:lnTo>
                  <a:lnTo>
                    <a:pt x="881665" y="202596"/>
                  </a:lnTo>
                  <a:lnTo>
                    <a:pt x="897667" y="254222"/>
                  </a:lnTo>
                  <a:lnTo>
                    <a:pt x="899667" y="285750"/>
                  </a:lnTo>
                  <a:lnTo>
                    <a:pt x="895604" y="335872"/>
                  </a:lnTo>
                  <a:lnTo>
                    <a:pt x="883416" y="376888"/>
                  </a:lnTo>
                  <a:lnTo>
                    <a:pt x="834681" y="431593"/>
                  </a:lnTo>
                  <a:lnTo>
                    <a:pt x="798141" y="445273"/>
                  </a:lnTo>
                  <a:lnTo>
                    <a:pt x="753490" y="449834"/>
                  </a:lnTo>
                  <a:lnTo>
                    <a:pt x="724298" y="447714"/>
                  </a:lnTo>
                  <a:lnTo>
                    <a:pt x="697690" y="441356"/>
                  </a:lnTo>
                  <a:lnTo>
                    <a:pt x="673677" y="430760"/>
                  </a:lnTo>
                  <a:lnTo>
                    <a:pt x="652272" y="415925"/>
                  </a:lnTo>
                  <a:lnTo>
                    <a:pt x="675259" y="366141"/>
                  </a:lnTo>
                  <a:lnTo>
                    <a:pt x="695283" y="380622"/>
                  </a:lnTo>
                  <a:lnTo>
                    <a:pt x="714962" y="390937"/>
                  </a:lnTo>
                  <a:lnTo>
                    <a:pt x="734284" y="397109"/>
                  </a:lnTo>
                  <a:lnTo>
                    <a:pt x="753237" y="399161"/>
                  </a:lnTo>
                  <a:lnTo>
                    <a:pt x="789928" y="392612"/>
                  </a:lnTo>
                  <a:lnTo>
                    <a:pt x="816165" y="372967"/>
                  </a:lnTo>
                  <a:lnTo>
                    <a:pt x="831925" y="340225"/>
                  </a:lnTo>
                  <a:lnTo>
                    <a:pt x="837184" y="294386"/>
                  </a:lnTo>
                  <a:lnTo>
                    <a:pt x="831996" y="251713"/>
                  </a:lnTo>
                  <a:lnTo>
                    <a:pt x="816451" y="221234"/>
                  </a:lnTo>
                  <a:lnTo>
                    <a:pt x="790571" y="202946"/>
                  </a:lnTo>
                  <a:lnTo>
                    <a:pt x="754379" y="196850"/>
                  </a:lnTo>
                  <a:lnTo>
                    <a:pt x="734952" y="198991"/>
                  </a:lnTo>
                  <a:lnTo>
                    <a:pt x="716502" y="205406"/>
                  </a:lnTo>
                  <a:lnTo>
                    <a:pt x="699051" y="216084"/>
                  </a:lnTo>
                  <a:lnTo>
                    <a:pt x="682625" y="231012"/>
                  </a:lnTo>
                  <a:lnTo>
                    <a:pt x="662431" y="217043"/>
                  </a:lnTo>
                  <a:lnTo>
                    <a:pt x="662431" y="5969"/>
                  </a:lnTo>
                  <a:close/>
                </a:path>
                <a:path w="1612265" h="451485">
                  <a:moveTo>
                    <a:pt x="1431925" y="1905"/>
                  </a:moveTo>
                  <a:lnTo>
                    <a:pt x="1447800" y="1905"/>
                  </a:lnTo>
                  <a:lnTo>
                    <a:pt x="1612011" y="443865"/>
                  </a:lnTo>
                  <a:lnTo>
                    <a:pt x="1545970" y="443865"/>
                  </a:lnTo>
                  <a:lnTo>
                    <a:pt x="1515871" y="351917"/>
                  </a:lnTo>
                  <a:lnTo>
                    <a:pt x="1353692" y="351917"/>
                  </a:lnTo>
                  <a:lnTo>
                    <a:pt x="1321562" y="443865"/>
                  </a:lnTo>
                  <a:lnTo>
                    <a:pt x="1254887" y="443865"/>
                  </a:lnTo>
                  <a:lnTo>
                    <a:pt x="1431925" y="1905"/>
                  </a:lnTo>
                  <a:close/>
                </a:path>
                <a:path w="1612265" h="451485">
                  <a:moveTo>
                    <a:pt x="1081531" y="0"/>
                  </a:moveTo>
                  <a:lnTo>
                    <a:pt x="1125367" y="5290"/>
                  </a:lnTo>
                  <a:lnTo>
                    <a:pt x="1161240" y="21157"/>
                  </a:lnTo>
                  <a:lnTo>
                    <a:pt x="1189148" y="47593"/>
                  </a:lnTo>
                  <a:lnTo>
                    <a:pt x="1209087" y="84591"/>
                  </a:lnTo>
                  <a:lnTo>
                    <a:pt x="1221052" y="132144"/>
                  </a:lnTo>
                  <a:lnTo>
                    <a:pt x="1225041" y="190246"/>
                  </a:lnTo>
                  <a:lnTo>
                    <a:pt x="1221539" y="230086"/>
                  </a:lnTo>
                  <a:lnTo>
                    <a:pt x="1211024" y="270367"/>
                  </a:lnTo>
                  <a:lnTo>
                    <a:pt x="1193484" y="311100"/>
                  </a:lnTo>
                  <a:lnTo>
                    <a:pt x="1168907" y="352298"/>
                  </a:lnTo>
                  <a:lnTo>
                    <a:pt x="1140475" y="389564"/>
                  </a:lnTo>
                  <a:lnTo>
                    <a:pt x="1111186" y="418496"/>
                  </a:lnTo>
                  <a:lnTo>
                    <a:pt x="1050036" y="451358"/>
                  </a:lnTo>
                  <a:lnTo>
                    <a:pt x="1021206" y="419481"/>
                  </a:lnTo>
                  <a:lnTo>
                    <a:pt x="1035587" y="411168"/>
                  </a:lnTo>
                  <a:lnTo>
                    <a:pt x="1053004" y="396700"/>
                  </a:lnTo>
                  <a:lnTo>
                    <a:pt x="1096899" y="349250"/>
                  </a:lnTo>
                  <a:lnTo>
                    <a:pt x="1135570" y="296227"/>
                  </a:lnTo>
                  <a:lnTo>
                    <a:pt x="1151763" y="256921"/>
                  </a:lnTo>
                  <a:lnTo>
                    <a:pt x="1138330" y="267235"/>
                  </a:lnTo>
                  <a:lnTo>
                    <a:pt x="1122410" y="274574"/>
                  </a:lnTo>
                  <a:lnTo>
                    <a:pt x="1103989" y="278959"/>
                  </a:lnTo>
                  <a:lnTo>
                    <a:pt x="1083055" y="280416"/>
                  </a:lnTo>
                  <a:lnTo>
                    <a:pt x="1055624" y="278108"/>
                  </a:lnTo>
                  <a:lnTo>
                    <a:pt x="1009332" y="259681"/>
                  </a:lnTo>
                  <a:lnTo>
                    <a:pt x="975231" y="223371"/>
                  </a:lnTo>
                  <a:lnTo>
                    <a:pt x="957843" y="172559"/>
                  </a:lnTo>
                  <a:lnTo>
                    <a:pt x="955675" y="141986"/>
                  </a:lnTo>
                  <a:lnTo>
                    <a:pt x="957913" y="111551"/>
                  </a:lnTo>
                  <a:lnTo>
                    <a:pt x="975820" y="60065"/>
                  </a:lnTo>
                  <a:lnTo>
                    <a:pt x="1010612" y="21967"/>
                  </a:lnTo>
                  <a:lnTo>
                    <a:pt x="1055622" y="2448"/>
                  </a:lnTo>
                  <a:lnTo>
                    <a:pt x="1081531" y="0"/>
                  </a:lnTo>
                  <a:close/>
                </a:path>
                <a:path w="1612265" h="451485">
                  <a:moveTo>
                    <a:pt x="422401" y="0"/>
                  </a:moveTo>
                  <a:lnTo>
                    <a:pt x="478409" y="7302"/>
                  </a:lnTo>
                  <a:lnTo>
                    <a:pt x="520700" y="29083"/>
                  </a:lnTo>
                  <a:lnTo>
                    <a:pt x="547274" y="64103"/>
                  </a:lnTo>
                  <a:lnTo>
                    <a:pt x="556132" y="111125"/>
                  </a:lnTo>
                  <a:lnTo>
                    <a:pt x="553182" y="137223"/>
                  </a:lnTo>
                  <a:lnTo>
                    <a:pt x="544337" y="166560"/>
                  </a:lnTo>
                  <a:lnTo>
                    <a:pt x="529611" y="199136"/>
                  </a:lnTo>
                  <a:lnTo>
                    <a:pt x="509015" y="234950"/>
                  </a:lnTo>
                  <a:lnTo>
                    <a:pt x="411099" y="390271"/>
                  </a:lnTo>
                  <a:lnTo>
                    <a:pt x="582040" y="390271"/>
                  </a:lnTo>
                  <a:lnTo>
                    <a:pt x="582040" y="443865"/>
                  </a:lnTo>
                  <a:lnTo>
                    <a:pt x="314070" y="443865"/>
                  </a:lnTo>
                  <a:lnTo>
                    <a:pt x="314070" y="431927"/>
                  </a:lnTo>
                  <a:lnTo>
                    <a:pt x="450723" y="222758"/>
                  </a:lnTo>
                  <a:lnTo>
                    <a:pt x="469465" y="191063"/>
                  </a:lnTo>
                  <a:lnTo>
                    <a:pt x="482838" y="161893"/>
                  </a:lnTo>
                  <a:lnTo>
                    <a:pt x="490853" y="135247"/>
                  </a:lnTo>
                  <a:lnTo>
                    <a:pt x="493522" y="111125"/>
                  </a:lnTo>
                  <a:lnTo>
                    <a:pt x="489279" y="84641"/>
                  </a:lnTo>
                  <a:lnTo>
                    <a:pt x="476535" y="65754"/>
                  </a:lnTo>
                  <a:lnTo>
                    <a:pt x="455267" y="54439"/>
                  </a:lnTo>
                  <a:lnTo>
                    <a:pt x="425450" y="50673"/>
                  </a:lnTo>
                  <a:lnTo>
                    <a:pt x="413545" y="51460"/>
                  </a:lnTo>
                  <a:lnTo>
                    <a:pt x="370381" y="70086"/>
                  </a:lnTo>
                  <a:lnTo>
                    <a:pt x="349503" y="95250"/>
                  </a:lnTo>
                  <a:lnTo>
                    <a:pt x="311150" y="63754"/>
                  </a:lnTo>
                  <a:lnTo>
                    <a:pt x="337278" y="26677"/>
                  </a:lnTo>
                  <a:lnTo>
                    <a:pt x="383555" y="4349"/>
                  </a:lnTo>
                  <a:lnTo>
                    <a:pt x="402210" y="1091"/>
                  </a:lnTo>
                  <a:lnTo>
                    <a:pt x="422401" y="0"/>
                  </a:lnTo>
                  <a:close/>
                </a:path>
                <a:path w="1612265" h="451485">
                  <a:moveTo>
                    <a:pt x="133603" y="0"/>
                  </a:moveTo>
                  <a:lnTo>
                    <a:pt x="183610" y="7112"/>
                  </a:lnTo>
                  <a:lnTo>
                    <a:pt x="220852" y="28321"/>
                  </a:lnTo>
                  <a:lnTo>
                    <a:pt x="244109" y="61769"/>
                  </a:lnTo>
                  <a:lnTo>
                    <a:pt x="251840" y="105410"/>
                  </a:lnTo>
                  <a:lnTo>
                    <a:pt x="250672" y="119766"/>
                  </a:lnTo>
                  <a:lnTo>
                    <a:pt x="233044" y="163575"/>
                  </a:lnTo>
                  <a:lnTo>
                    <a:pt x="201612" y="199259"/>
                  </a:lnTo>
                  <a:lnTo>
                    <a:pt x="189611" y="207263"/>
                  </a:lnTo>
                  <a:lnTo>
                    <a:pt x="224022" y="231003"/>
                  </a:lnTo>
                  <a:lnTo>
                    <a:pt x="248586" y="258206"/>
                  </a:lnTo>
                  <a:lnTo>
                    <a:pt x="263316" y="288863"/>
                  </a:lnTo>
                  <a:lnTo>
                    <a:pt x="268224" y="322961"/>
                  </a:lnTo>
                  <a:lnTo>
                    <a:pt x="265941" y="351518"/>
                  </a:lnTo>
                  <a:lnTo>
                    <a:pt x="247757" y="398345"/>
                  </a:lnTo>
                  <a:lnTo>
                    <a:pt x="212038" y="431188"/>
                  </a:lnTo>
                  <a:lnTo>
                    <a:pt x="162214" y="447762"/>
                  </a:lnTo>
                  <a:lnTo>
                    <a:pt x="132206" y="449834"/>
                  </a:lnTo>
                  <a:lnTo>
                    <a:pt x="84612" y="444759"/>
                  </a:lnTo>
                  <a:lnTo>
                    <a:pt x="47594" y="429534"/>
                  </a:lnTo>
                  <a:lnTo>
                    <a:pt x="21153" y="404159"/>
                  </a:lnTo>
                  <a:lnTo>
                    <a:pt x="5288" y="368635"/>
                  </a:lnTo>
                  <a:lnTo>
                    <a:pt x="0" y="322961"/>
                  </a:lnTo>
                  <a:lnTo>
                    <a:pt x="1406" y="304744"/>
                  </a:lnTo>
                  <a:lnTo>
                    <a:pt x="22605" y="250952"/>
                  </a:lnTo>
                  <a:lnTo>
                    <a:pt x="47942" y="220837"/>
                  </a:lnTo>
                  <a:lnTo>
                    <a:pt x="78612" y="201295"/>
                  </a:lnTo>
                  <a:lnTo>
                    <a:pt x="65422" y="193129"/>
                  </a:lnTo>
                  <a:lnTo>
                    <a:pt x="33400" y="159893"/>
                  </a:lnTo>
                  <a:lnTo>
                    <a:pt x="16845" y="119155"/>
                  </a:lnTo>
                  <a:lnTo>
                    <a:pt x="15748" y="105156"/>
                  </a:lnTo>
                  <a:lnTo>
                    <a:pt x="17815" y="82149"/>
                  </a:lnTo>
                  <a:lnTo>
                    <a:pt x="34286" y="43755"/>
                  </a:lnTo>
                  <a:lnTo>
                    <a:pt x="66309" y="15966"/>
                  </a:lnTo>
                  <a:lnTo>
                    <a:pt x="108791" y="1781"/>
                  </a:lnTo>
                  <a:lnTo>
                    <a:pt x="133603" y="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99509" y="2744343"/>
              <a:ext cx="4392041" cy="46964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33240" y="3488309"/>
              <a:ext cx="2976245" cy="448309"/>
            </a:xfrm>
            <a:custGeom>
              <a:avLst/>
              <a:gdLst/>
              <a:ahLst/>
              <a:cxnLst/>
              <a:rect l="l" t="t" r="r" b="b"/>
              <a:pathLst>
                <a:path w="2976245" h="448310">
                  <a:moveTo>
                    <a:pt x="2413508" y="1524"/>
                  </a:moveTo>
                  <a:lnTo>
                    <a:pt x="2403197" y="1712"/>
                  </a:lnTo>
                  <a:lnTo>
                    <a:pt x="2331974" y="4444"/>
                  </a:lnTo>
                  <a:lnTo>
                    <a:pt x="2331974" y="440563"/>
                  </a:lnTo>
                  <a:lnTo>
                    <a:pt x="2391537" y="440563"/>
                  </a:lnTo>
                  <a:lnTo>
                    <a:pt x="2391537" y="272668"/>
                  </a:lnTo>
                  <a:lnTo>
                    <a:pt x="2473871" y="272668"/>
                  </a:lnTo>
                  <a:lnTo>
                    <a:pt x="2486892" y="271631"/>
                  </a:lnTo>
                  <a:lnTo>
                    <a:pt x="2528861" y="259376"/>
                  </a:lnTo>
                  <a:lnTo>
                    <a:pt x="2561510" y="238950"/>
                  </a:lnTo>
                  <a:lnTo>
                    <a:pt x="2575236" y="222122"/>
                  </a:lnTo>
                  <a:lnTo>
                    <a:pt x="2431415" y="222122"/>
                  </a:lnTo>
                  <a:lnTo>
                    <a:pt x="2428130" y="221932"/>
                  </a:lnTo>
                  <a:lnTo>
                    <a:pt x="2391537" y="219074"/>
                  </a:lnTo>
                  <a:lnTo>
                    <a:pt x="2391537" y="58038"/>
                  </a:lnTo>
                  <a:lnTo>
                    <a:pt x="2401276" y="56778"/>
                  </a:lnTo>
                  <a:lnTo>
                    <a:pt x="2409920" y="55864"/>
                  </a:lnTo>
                  <a:lnTo>
                    <a:pt x="2417468" y="55306"/>
                  </a:lnTo>
                  <a:lnTo>
                    <a:pt x="2423921" y="55117"/>
                  </a:lnTo>
                  <a:lnTo>
                    <a:pt x="2579256" y="55117"/>
                  </a:lnTo>
                  <a:lnTo>
                    <a:pt x="2555986" y="33321"/>
                  </a:lnTo>
                  <a:lnTo>
                    <a:pt x="2519040" y="15658"/>
                  </a:lnTo>
                  <a:lnTo>
                    <a:pt x="2471546" y="5058"/>
                  </a:lnTo>
                  <a:lnTo>
                    <a:pt x="2413508" y="1524"/>
                  </a:lnTo>
                  <a:close/>
                </a:path>
                <a:path w="2976245" h="448310">
                  <a:moveTo>
                    <a:pt x="2473871" y="272668"/>
                  </a:moveTo>
                  <a:lnTo>
                    <a:pt x="2391537" y="272668"/>
                  </a:lnTo>
                  <a:lnTo>
                    <a:pt x="2407013" y="274002"/>
                  </a:lnTo>
                  <a:lnTo>
                    <a:pt x="2419524" y="274955"/>
                  </a:lnTo>
                  <a:lnTo>
                    <a:pt x="2429059" y="275526"/>
                  </a:lnTo>
                  <a:lnTo>
                    <a:pt x="2435606" y="275716"/>
                  </a:lnTo>
                  <a:lnTo>
                    <a:pt x="2473871" y="272668"/>
                  </a:lnTo>
                  <a:close/>
                </a:path>
                <a:path w="2976245" h="448310">
                  <a:moveTo>
                    <a:pt x="2579256" y="55117"/>
                  </a:moveTo>
                  <a:lnTo>
                    <a:pt x="2423921" y="55117"/>
                  </a:lnTo>
                  <a:lnTo>
                    <a:pt x="2475668" y="60096"/>
                  </a:lnTo>
                  <a:lnTo>
                    <a:pt x="2512615" y="75041"/>
                  </a:lnTo>
                  <a:lnTo>
                    <a:pt x="2534775" y="99962"/>
                  </a:lnTo>
                  <a:lnTo>
                    <a:pt x="2542159" y="134873"/>
                  </a:lnTo>
                  <a:lnTo>
                    <a:pt x="2535231" y="173045"/>
                  </a:lnTo>
                  <a:lnTo>
                    <a:pt x="2514457" y="200310"/>
                  </a:lnTo>
                  <a:lnTo>
                    <a:pt x="2479847" y="216669"/>
                  </a:lnTo>
                  <a:lnTo>
                    <a:pt x="2431415" y="222122"/>
                  </a:lnTo>
                  <a:lnTo>
                    <a:pt x="2575236" y="222122"/>
                  </a:lnTo>
                  <a:lnTo>
                    <a:pt x="2584835" y="210354"/>
                  </a:lnTo>
                  <a:lnTo>
                    <a:pt x="2598833" y="173587"/>
                  </a:lnTo>
                  <a:lnTo>
                    <a:pt x="2603500" y="128650"/>
                  </a:lnTo>
                  <a:lnTo>
                    <a:pt x="2598219" y="89821"/>
                  </a:lnTo>
                  <a:lnTo>
                    <a:pt x="2582375" y="58038"/>
                  </a:lnTo>
                  <a:lnTo>
                    <a:pt x="2579256" y="55117"/>
                  </a:lnTo>
                  <a:close/>
                </a:path>
                <a:path w="2976245" h="448310">
                  <a:moveTo>
                    <a:pt x="1694052" y="0"/>
                  </a:moveTo>
                  <a:lnTo>
                    <a:pt x="1682787" y="142"/>
                  </a:lnTo>
                  <a:lnTo>
                    <a:pt x="1668605" y="571"/>
                  </a:lnTo>
                  <a:lnTo>
                    <a:pt x="1589258" y="4321"/>
                  </a:lnTo>
                  <a:lnTo>
                    <a:pt x="1585087" y="4444"/>
                  </a:lnTo>
                  <a:lnTo>
                    <a:pt x="1585087" y="440563"/>
                  </a:lnTo>
                  <a:lnTo>
                    <a:pt x="1644650" y="440563"/>
                  </a:lnTo>
                  <a:lnTo>
                    <a:pt x="1644650" y="250316"/>
                  </a:lnTo>
                  <a:lnTo>
                    <a:pt x="1772372" y="250316"/>
                  </a:lnTo>
                  <a:lnTo>
                    <a:pt x="1765808" y="239902"/>
                  </a:lnTo>
                  <a:lnTo>
                    <a:pt x="1782643" y="234352"/>
                  </a:lnTo>
                  <a:lnTo>
                    <a:pt x="1798288" y="225694"/>
                  </a:lnTo>
                  <a:lnTo>
                    <a:pt x="1812742" y="213917"/>
                  </a:lnTo>
                  <a:lnTo>
                    <a:pt x="1822729" y="202691"/>
                  </a:lnTo>
                  <a:lnTo>
                    <a:pt x="1686306" y="202691"/>
                  </a:lnTo>
                  <a:lnTo>
                    <a:pt x="1676136" y="202521"/>
                  </a:lnTo>
                  <a:lnTo>
                    <a:pt x="1665811" y="201993"/>
                  </a:lnTo>
                  <a:lnTo>
                    <a:pt x="1655319" y="201084"/>
                  </a:lnTo>
                  <a:lnTo>
                    <a:pt x="1644650" y="199770"/>
                  </a:lnTo>
                  <a:lnTo>
                    <a:pt x="1644650" y="58038"/>
                  </a:lnTo>
                  <a:lnTo>
                    <a:pt x="1656701" y="56778"/>
                  </a:lnTo>
                  <a:lnTo>
                    <a:pt x="1666573" y="55864"/>
                  </a:lnTo>
                  <a:lnTo>
                    <a:pt x="1674278" y="55306"/>
                  </a:lnTo>
                  <a:lnTo>
                    <a:pt x="1679829" y="55117"/>
                  </a:lnTo>
                  <a:lnTo>
                    <a:pt x="1831554" y="55117"/>
                  </a:lnTo>
                  <a:lnTo>
                    <a:pt x="1826110" y="45015"/>
                  </a:lnTo>
                  <a:lnTo>
                    <a:pt x="1794659" y="20003"/>
                  </a:lnTo>
                  <a:lnTo>
                    <a:pt x="1750638" y="4999"/>
                  </a:lnTo>
                  <a:lnTo>
                    <a:pt x="1694052" y="0"/>
                  </a:lnTo>
                  <a:close/>
                </a:path>
                <a:path w="2976245" h="448310">
                  <a:moveTo>
                    <a:pt x="1772372" y="250316"/>
                  </a:moveTo>
                  <a:lnTo>
                    <a:pt x="1644650" y="250316"/>
                  </a:lnTo>
                  <a:lnTo>
                    <a:pt x="1664799" y="251650"/>
                  </a:lnTo>
                  <a:lnTo>
                    <a:pt x="1682019" y="252602"/>
                  </a:lnTo>
                  <a:lnTo>
                    <a:pt x="1696335" y="253174"/>
                  </a:lnTo>
                  <a:lnTo>
                    <a:pt x="1707769" y="253364"/>
                  </a:lnTo>
                  <a:lnTo>
                    <a:pt x="1824227" y="440563"/>
                  </a:lnTo>
                  <a:lnTo>
                    <a:pt x="1892300" y="440563"/>
                  </a:lnTo>
                  <a:lnTo>
                    <a:pt x="1772372" y="250316"/>
                  </a:lnTo>
                  <a:close/>
                </a:path>
                <a:path w="2976245" h="448310">
                  <a:moveTo>
                    <a:pt x="1831554" y="55117"/>
                  </a:moveTo>
                  <a:lnTo>
                    <a:pt x="1679829" y="55117"/>
                  </a:lnTo>
                  <a:lnTo>
                    <a:pt x="1706213" y="56118"/>
                  </a:lnTo>
                  <a:lnTo>
                    <a:pt x="1728787" y="59118"/>
                  </a:lnTo>
                  <a:lnTo>
                    <a:pt x="1774007" y="80480"/>
                  </a:lnTo>
                  <a:lnTo>
                    <a:pt x="1788795" y="123824"/>
                  </a:lnTo>
                  <a:lnTo>
                    <a:pt x="1787269" y="144325"/>
                  </a:lnTo>
                  <a:lnTo>
                    <a:pt x="1764284" y="185419"/>
                  </a:lnTo>
                  <a:lnTo>
                    <a:pt x="1711313" y="201618"/>
                  </a:lnTo>
                  <a:lnTo>
                    <a:pt x="1686306" y="202691"/>
                  </a:lnTo>
                  <a:lnTo>
                    <a:pt x="1822729" y="202691"/>
                  </a:lnTo>
                  <a:lnTo>
                    <a:pt x="1844929" y="164052"/>
                  </a:lnTo>
                  <a:lnTo>
                    <a:pt x="1851279" y="125094"/>
                  </a:lnTo>
                  <a:lnTo>
                    <a:pt x="1844985" y="80044"/>
                  </a:lnTo>
                  <a:lnTo>
                    <a:pt x="1831554" y="55117"/>
                  </a:lnTo>
                  <a:close/>
                </a:path>
                <a:path w="2976245" h="448310">
                  <a:moveTo>
                    <a:pt x="1338961" y="0"/>
                  </a:moveTo>
                  <a:lnTo>
                    <a:pt x="1327695" y="142"/>
                  </a:lnTo>
                  <a:lnTo>
                    <a:pt x="1313513" y="571"/>
                  </a:lnTo>
                  <a:lnTo>
                    <a:pt x="1234166" y="4321"/>
                  </a:lnTo>
                  <a:lnTo>
                    <a:pt x="1229995" y="4444"/>
                  </a:lnTo>
                  <a:lnTo>
                    <a:pt x="1229995" y="440563"/>
                  </a:lnTo>
                  <a:lnTo>
                    <a:pt x="1289558" y="440563"/>
                  </a:lnTo>
                  <a:lnTo>
                    <a:pt x="1289558" y="250316"/>
                  </a:lnTo>
                  <a:lnTo>
                    <a:pt x="1417280" y="250316"/>
                  </a:lnTo>
                  <a:lnTo>
                    <a:pt x="1410715" y="239902"/>
                  </a:lnTo>
                  <a:lnTo>
                    <a:pt x="1427551" y="234352"/>
                  </a:lnTo>
                  <a:lnTo>
                    <a:pt x="1443196" y="225694"/>
                  </a:lnTo>
                  <a:lnTo>
                    <a:pt x="1457650" y="213917"/>
                  </a:lnTo>
                  <a:lnTo>
                    <a:pt x="1467637" y="202691"/>
                  </a:lnTo>
                  <a:lnTo>
                    <a:pt x="1331214" y="202691"/>
                  </a:lnTo>
                  <a:lnTo>
                    <a:pt x="1321044" y="202521"/>
                  </a:lnTo>
                  <a:lnTo>
                    <a:pt x="1310719" y="201993"/>
                  </a:lnTo>
                  <a:lnTo>
                    <a:pt x="1300227" y="201084"/>
                  </a:lnTo>
                  <a:lnTo>
                    <a:pt x="1289558" y="199770"/>
                  </a:lnTo>
                  <a:lnTo>
                    <a:pt x="1289558" y="58038"/>
                  </a:lnTo>
                  <a:lnTo>
                    <a:pt x="1301609" y="56778"/>
                  </a:lnTo>
                  <a:lnTo>
                    <a:pt x="1311481" y="55864"/>
                  </a:lnTo>
                  <a:lnTo>
                    <a:pt x="1319186" y="55306"/>
                  </a:lnTo>
                  <a:lnTo>
                    <a:pt x="1324737" y="55117"/>
                  </a:lnTo>
                  <a:lnTo>
                    <a:pt x="1476462" y="55117"/>
                  </a:lnTo>
                  <a:lnTo>
                    <a:pt x="1471018" y="45015"/>
                  </a:lnTo>
                  <a:lnTo>
                    <a:pt x="1439567" y="20003"/>
                  </a:lnTo>
                  <a:lnTo>
                    <a:pt x="1395546" y="4999"/>
                  </a:lnTo>
                  <a:lnTo>
                    <a:pt x="1338961" y="0"/>
                  </a:lnTo>
                  <a:close/>
                </a:path>
                <a:path w="2976245" h="448310">
                  <a:moveTo>
                    <a:pt x="1417280" y="250316"/>
                  </a:moveTo>
                  <a:lnTo>
                    <a:pt x="1289558" y="250316"/>
                  </a:lnTo>
                  <a:lnTo>
                    <a:pt x="1309707" y="251650"/>
                  </a:lnTo>
                  <a:lnTo>
                    <a:pt x="1326927" y="252602"/>
                  </a:lnTo>
                  <a:lnTo>
                    <a:pt x="1341243" y="253174"/>
                  </a:lnTo>
                  <a:lnTo>
                    <a:pt x="1352677" y="253364"/>
                  </a:lnTo>
                  <a:lnTo>
                    <a:pt x="1469136" y="440563"/>
                  </a:lnTo>
                  <a:lnTo>
                    <a:pt x="1537208" y="440563"/>
                  </a:lnTo>
                  <a:lnTo>
                    <a:pt x="1417280" y="250316"/>
                  </a:lnTo>
                  <a:close/>
                </a:path>
                <a:path w="2976245" h="448310">
                  <a:moveTo>
                    <a:pt x="1476462" y="55117"/>
                  </a:moveTo>
                  <a:lnTo>
                    <a:pt x="1324737" y="55117"/>
                  </a:lnTo>
                  <a:lnTo>
                    <a:pt x="1351121" y="56118"/>
                  </a:lnTo>
                  <a:lnTo>
                    <a:pt x="1373695" y="59118"/>
                  </a:lnTo>
                  <a:lnTo>
                    <a:pt x="1418915" y="80480"/>
                  </a:lnTo>
                  <a:lnTo>
                    <a:pt x="1433702" y="123824"/>
                  </a:lnTo>
                  <a:lnTo>
                    <a:pt x="1432177" y="144325"/>
                  </a:lnTo>
                  <a:lnTo>
                    <a:pt x="1409192" y="185419"/>
                  </a:lnTo>
                  <a:lnTo>
                    <a:pt x="1356221" y="201618"/>
                  </a:lnTo>
                  <a:lnTo>
                    <a:pt x="1331214" y="202691"/>
                  </a:lnTo>
                  <a:lnTo>
                    <a:pt x="1467637" y="202691"/>
                  </a:lnTo>
                  <a:lnTo>
                    <a:pt x="1489837" y="164052"/>
                  </a:lnTo>
                  <a:lnTo>
                    <a:pt x="1496187" y="125094"/>
                  </a:lnTo>
                  <a:lnTo>
                    <a:pt x="1489893" y="80044"/>
                  </a:lnTo>
                  <a:lnTo>
                    <a:pt x="1476462" y="55117"/>
                  </a:lnTo>
                  <a:close/>
                </a:path>
                <a:path w="2976245" h="448310">
                  <a:moveTo>
                    <a:pt x="2830830" y="58038"/>
                  </a:moveTo>
                  <a:lnTo>
                    <a:pt x="2771266" y="58038"/>
                  </a:lnTo>
                  <a:lnTo>
                    <a:pt x="2771266" y="440563"/>
                  </a:lnTo>
                  <a:lnTo>
                    <a:pt x="2830830" y="440563"/>
                  </a:lnTo>
                  <a:lnTo>
                    <a:pt x="2830830" y="58038"/>
                  </a:lnTo>
                  <a:close/>
                </a:path>
                <a:path w="2976245" h="448310">
                  <a:moveTo>
                    <a:pt x="2975737" y="4444"/>
                  </a:moveTo>
                  <a:lnTo>
                    <a:pt x="2632583" y="4444"/>
                  </a:lnTo>
                  <a:lnTo>
                    <a:pt x="2632583" y="58038"/>
                  </a:lnTo>
                  <a:lnTo>
                    <a:pt x="2975737" y="58038"/>
                  </a:lnTo>
                  <a:lnTo>
                    <a:pt x="2975737" y="4444"/>
                  </a:lnTo>
                  <a:close/>
                </a:path>
                <a:path w="2976245" h="448310">
                  <a:moveTo>
                    <a:pt x="1996821" y="4444"/>
                  </a:moveTo>
                  <a:lnTo>
                    <a:pt x="1937258" y="4444"/>
                  </a:lnTo>
                  <a:lnTo>
                    <a:pt x="1937287" y="307847"/>
                  </a:lnTo>
                  <a:lnTo>
                    <a:pt x="1947164" y="367506"/>
                  </a:lnTo>
                  <a:lnTo>
                    <a:pt x="1976882" y="411733"/>
                  </a:lnTo>
                  <a:lnTo>
                    <a:pt x="2024888" y="438943"/>
                  </a:lnTo>
                  <a:lnTo>
                    <a:pt x="2089658" y="448055"/>
                  </a:lnTo>
                  <a:lnTo>
                    <a:pt x="2123328" y="445726"/>
                  </a:lnTo>
                  <a:lnTo>
                    <a:pt x="2153284" y="438753"/>
                  </a:lnTo>
                  <a:lnTo>
                    <a:pt x="2179526" y="427160"/>
                  </a:lnTo>
                  <a:lnTo>
                    <a:pt x="2202053" y="410971"/>
                  </a:lnTo>
                  <a:lnTo>
                    <a:pt x="2216648" y="394461"/>
                  </a:lnTo>
                  <a:lnTo>
                    <a:pt x="2089023" y="394461"/>
                  </a:lnTo>
                  <a:lnTo>
                    <a:pt x="2069260" y="392844"/>
                  </a:lnTo>
                  <a:lnTo>
                    <a:pt x="2022094" y="368680"/>
                  </a:lnTo>
                  <a:lnTo>
                    <a:pt x="1998394" y="322121"/>
                  </a:lnTo>
                  <a:lnTo>
                    <a:pt x="1996821" y="303021"/>
                  </a:lnTo>
                  <a:lnTo>
                    <a:pt x="1996821" y="4444"/>
                  </a:lnTo>
                  <a:close/>
                </a:path>
                <a:path w="2976245" h="448310">
                  <a:moveTo>
                    <a:pt x="2243201" y="4444"/>
                  </a:moveTo>
                  <a:lnTo>
                    <a:pt x="2183765" y="4444"/>
                  </a:lnTo>
                  <a:lnTo>
                    <a:pt x="2183645" y="303021"/>
                  </a:lnTo>
                  <a:lnTo>
                    <a:pt x="2182171" y="321829"/>
                  </a:lnTo>
                  <a:lnTo>
                    <a:pt x="2158365" y="369442"/>
                  </a:lnTo>
                  <a:lnTo>
                    <a:pt x="2109930" y="392892"/>
                  </a:lnTo>
                  <a:lnTo>
                    <a:pt x="2089023" y="394461"/>
                  </a:lnTo>
                  <a:lnTo>
                    <a:pt x="2216648" y="394461"/>
                  </a:lnTo>
                  <a:lnTo>
                    <a:pt x="2220055" y="390608"/>
                  </a:lnTo>
                  <a:lnTo>
                    <a:pt x="2232914" y="366648"/>
                  </a:lnTo>
                  <a:lnTo>
                    <a:pt x="2240629" y="339070"/>
                  </a:lnTo>
                  <a:lnTo>
                    <a:pt x="2243201" y="307847"/>
                  </a:lnTo>
                  <a:lnTo>
                    <a:pt x="2243201" y="4444"/>
                  </a:lnTo>
                  <a:close/>
                </a:path>
                <a:path w="2976245" h="448310">
                  <a:moveTo>
                    <a:pt x="1161414" y="4444"/>
                  </a:moveTo>
                  <a:lnTo>
                    <a:pt x="900938" y="4444"/>
                  </a:lnTo>
                  <a:lnTo>
                    <a:pt x="900938" y="440563"/>
                  </a:lnTo>
                  <a:lnTo>
                    <a:pt x="1158113" y="440563"/>
                  </a:lnTo>
                  <a:lnTo>
                    <a:pt x="1158113" y="386968"/>
                  </a:lnTo>
                  <a:lnTo>
                    <a:pt x="960501" y="386968"/>
                  </a:lnTo>
                  <a:lnTo>
                    <a:pt x="960501" y="229869"/>
                  </a:lnTo>
                  <a:lnTo>
                    <a:pt x="1104519" y="229869"/>
                  </a:lnTo>
                  <a:lnTo>
                    <a:pt x="1104519" y="179196"/>
                  </a:lnTo>
                  <a:lnTo>
                    <a:pt x="960501" y="179196"/>
                  </a:lnTo>
                  <a:lnTo>
                    <a:pt x="960501" y="58038"/>
                  </a:lnTo>
                  <a:lnTo>
                    <a:pt x="1161414" y="58038"/>
                  </a:lnTo>
                  <a:lnTo>
                    <a:pt x="1161414" y="4444"/>
                  </a:lnTo>
                  <a:close/>
                </a:path>
                <a:path w="2976245" h="448310">
                  <a:moveTo>
                    <a:pt x="706374" y="58038"/>
                  </a:moveTo>
                  <a:lnTo>
                    <a:pt x="646811" y="58038"/>
                  </a:lnTo>
                  <a:lnTo>
                    <a:pt x="646811" y="440563"/>
                  </a:lnTo>
                  <a:lnTo>
                    <a:pt x="706374" y="440563"/>
                  </a:lnTo>
                  <a:lnTo>
                    <a:pt x="706374" y="58038"/>
                  </a:lnTo>
                  <a:close/>
                </a:path>
                <a:path w="2976245" h="448310">
                  <a:moveTo>
                    <a:pt x="851281" y="4444"/>
                  </a:moveTo>
                  <a:lnTo>
                    <a:pt x="508126" y="4444"/>
                  </a:lnTo>
                  <a:lnTo>
                    <a:pt x="508126" y="58038"/>
                  </a:lnTo>
                  <a:lnTo>
                    <a:pt x="851281" y="58038"/>
                  </a:lnTo>
                  <a:lnTo>
                    <a:pt x="851281" y="4444"/>
                  </a:lnTo>
                  <a:close/>
                </a:path>
                <a:path w="2976245" h="448310">
                  <a:moveTo>
                    <a:pt x="272296" y="127761"/>
                  </a:moveTo>
                  <a:lnTo>
                    <a:pt x="215264" y="127761"/>
                  </a:lnTo>
                  <a:lnTo>
                    <a:pt x="440689" y="446531"/>
                  </a:lnTo>
                  <a:lnTo>
                    <a:pt x="458470" y="446531"/>
                  </a:lnTo>
                  <a:lnTo>
                    <a:pt x="458470" y="306069"/>
                  </a:lnTo>
                  <a:lnTo>
                    <a:pt x="401955" y="306069"/>
                  </a:lnTo>
                  <a:lnTo>
                    <a:pt x="272296" y="127761"/>
                  </a:lnTo>
                  <a:close/>
                </a:path>
                <a:path w="2976245" h="448310">
                  <a:moveTo>
                    <a:pt x="182625" y="4444"/>
                  </a:moveTo>
                  <a:lnTo>
                    <a:pt x="158750" y="4444"/>
                  </a:lnTo>
                  <a:lnTo>
                    <a:pt x="158750" y="440563"/>
                  </a:lnTo>
                  <a:lnTo>
                    <a:pt x="215264" y="440563"/>
                  </a:lnTo>
                  <a:lnTo>
                    <a:pt x="215264" y="127761"/>
                  </a:lnTo>
                  <a:lnTo>
                    <a:pt x="272296" y="127761"/>
                  </a:lnTo>
                  <a:lnTo>
                    <a:pt x="182625" y="4444"/>
                  </a:lnTo>
                  <a:close/>
                </a:path>
                <a:path w="2976245" h="448310">
                  <a:moveTo>
                    <a:pt x="458470" y="4444"/>
                  </a:moveTo>
                  <a:lnTo>
                    <a:pt x="401955" y="4444"/>
                  </a:lnTo>
                  <a:lnTo>
                    <a:pt x="401955" y="306069"/>
                  </a:lnTo>
                  <a:lnTo>
                    <a:pt x="458470" y="306069"/>
                  </a:lnTo>
                  <a:lnTo>
                    <a:pt x="458470" y="4444"/>
                  </a:lnTo>
                  <a:close/>
                </a:path>
                <a:path w="2976245" h="448310">
                  <a:moveTo>
                    <a:pt x="59562" y="4444"/>
                  </a:moveTo>
                  <a:lnTo>
                    <a:pt x="0" y="4444"/>
                  </a:lnTo>
                  <a:lnTo>
                    <a:pt x="0" y="440563"/>
                  </a:lnTo>
                  <a:lnTo>
                    <a:pt x="59562" y="440563"/>
                  </a:lnTo>
                  <a:lnTo>
                    <a:pt x="59562" y="4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15632" y="3534283"/>
              <a:ext cx="168910" cy="18529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68746" y="3534283"/>
              <a:ext cx="162433" cy="16586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13653" y="3534283"/>
              <a:ext cx="162433" cy="16586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33240" y="3488309"/>
              <a:ext cx="2976245" cy="448309"/>
            </a:xfrm>
            <a:custGeom>
              <a:avLst/>
              <a:gdLst/>
              <a:ahLst/>
              <a:cxnLst/>
              <a:rect l="l" t="t" r="r" b="b"/>
              <a:pathLst>
                <a:path w="2976245" h="448310">
                  <a:moveTo>
                    <a:pt x="2632583" y="4444"/>
                  </a:moveTo>
                  <a:lnTo>
                    <a:pt x="2975737" y="4444"/>
                  </a:lnTo>
                  <a:lnTo>
                    <a:pt x="2975737" y="58038"/>
                  </a:lnTo>
                  <a:lnTo>
                    <a:pt x="2830830" y="58038"/>
                  </a:lnTo>
                  <a:lnTo>
                    <a:pt x="2830830" y="440563"/>
                  </a:lnTo>
                  <a:lnTo>
                    <a:pt x="2771266" y="440563"/>
                  </a:lnTo>
                  <a:lnTo>
                    <a:pt x="2771266" y="58038"/>
                  </a:lnTo>
                  <a:lnTo>
                    <a:pt x="2632583" y="58038"/>
                  </a:lnTo>
                  <a:lnTo>
                    <a:pt x="2632583" y="4444"/>
                  </a:lnTo>
                  <a:close/>
                </a:path>
                <a:path w="2976245" h="448310">
                  <a:moveTo>
                    <a:pt x="1937258" y="4444"/>
                  </a:moveTo>
                  <a:lnTo>
                    <a:pt x="1996821" y="4444"/>
                  </a:lnTo>
                  <a:lnTo>
                    <a:pt x="1996821" y="303021"/>
                  </a:lnTo>
                  <a:lnTo>
                    <a:pt x="1998394" y="322121"/>
                  </a:lnTo>
                  <a:lnTo>
                    <a:pt x="2022094" y="368680"/>
                  </a:lnTo>
                  <a:lnTo>
                    <a:pt x="2069260" y="392844"/>
                  </a:lnTo>
                  <a:lnTo>
                    <a:pt x="2089023" y="394461"/>
                  </a:lnTo>
                  <a:lnTo>
                    <a:pt x="2109930" y="392892"/>
                  </a:lnTo>
                  <a:lnTo>
                    <a:pt x="2158365" y="369442"/>
                  </a:lnTo>
                  <a:lnTo>
                    <a:pt x="2182171" y="321829"/>
                  </a:lnTo>
                  <a:lnTo>
                    <a:pt x="2183765" y="301497"/>
                  </a:lnTo>
                  <a:lnTo>
                    <a:pt x="2183765" y="4444"/>
                  </a:lnTo>
                  <a:lnTo>
                    <a:pt x="2243201" y="4444"/>
                  </a:lnTo>
                  <a:lnTo>
                    <a:pt x="2243201" y="307847"/>
                  </a:lnTo>
                  <a:lnTo>
                    <a:pt x="2240629" y="339070"/>
                  </a:lnTo>
                  <a:lnTo>
                    <a:pt x="2220055" y="390608"/>
                  </a:lnTo>
                  <a:lnTo>
                    <a:pt x="2179526" y="427160"/>
                  </a:lnTo>
                  <a:lnTo>
                    <a:pt x="2123328" y="445726"/>
                  </a:lnTo>
                  <a:lnTo>
                    <a:pt x="2089658" y="448055"/>
                  </a:lnTo>
                  <a:lnTo>
                    <a:pt x="2055177" y="445773"/>
                  </a:lnTo>
                  <a:lnTo>
                    <a:pt x="1998789" y="427589"/>
                  </a:lnTo>
                  <a:lnTo>
                    <a:pt x="1959546" y="391584"/>
                  </a:lnTo>
                  <a:lnTo>
                    <a:pt x="1939734" y="339474"/>
                  </a:lnTo>
                  <a:lnTo>
                    <a:pt x="1937258" y="307466"/>
                  </a:lnTo>
                  <a:lnTo>
                    <a:pt x="1937258" y="4444"/>
                  </a:lnTo>
                  <a:close/>
                </a:path>
                <a:path w="2976245" h="448310">
                  <a:moveTo>
                    <a:pt x="900938" y="4444"/>
                  </a:moveTo>
                  <a:lnTo>
                    <a:pt x="1161414" y="4444"/>
                  </a:lnTo>
                  <a:lnTo>
                    <a:pt x="1161414" y="58038"/>
                  </a:lnTo>
                  <a:lnTo>
                    <a:pt x="960501" y="58038"/>
                  </a:lnTo>
                  <a:lnTo>
                    <a:pt x="960501" y="179196"/>
                  </a:lnTo>
                  <a:lnTo>
                    <a:pt x="1104519" y="179196"/>
                  </a:lnTo>
                  <a:lnTo>
                    <a:pt x="1104519" y="229869"/>
                  </a:lnTo>
                  <a:lnTo>
                    <a:pt x="960501" y="229869"/>
                  </a:lnTo>
                  <a:lnTo>
                    <a:pt x="960501" y="386968"/>
                  </a:lnTo>
                  <a:lnTo>
                    <a:pt x="1158113" y="386968"/>
                  </a:lnTo>
                  <a:lnTo>
                    <a:pt x="1158113" y="440563"/>
                  </a:lnTo>
                  <a:lnTo>
                    <a:pt x="900938" y="440563"/>
                  </a:lnTo>
                  <a:lnTo>
                    <a:pt x="900938" y="4444"/>
                  </a:lnTo>
                  <a:close/>
                </a:path>
                <a:path w="2976245" h="448310">
                  <a:moveTo>
                    <a:pt x="508126" y="4444"/>
                  </a:moveTo>
                  <a:lnTo>
                    <a:pt x="851281" y="4444"/>
                  </a:lnTo>
                  <a:lnTo>
                    <a:pt x="851281" y="58038"/>
                  </a:lnTo>
                  <a:lnTo>
                    <a:pt x="706374" y="58038"/>
                  </a:lnTo>
                  <a:lnTo>
                    <a:pt x="706374" y="440563"/>
                  </a:lnTo>
                  <a:lnTo>
                    <a:pt x="646811" y="440563"/>
                  </a:lnTo>
                  <a:lnTo>
                    <a:pt x="646811" y="58038"/>
                  </a:lnTo>
                  <a:lnTo>
                    <a:pt x="508126" y="58038"/>
                  </a:lnTo>
                  <a:lnTo>
                    <a:pt x="508126" y="4444"/>
                  </a:lnTo>
                  <a:close/>
                </a:path>
                <a:path w="2976245" h="448310">
                  <a:moveTo>
                    <a:pt x="158750" y="4444"/>
                  </a:moveTo>
                  <a:lnTo>
                    <a:pt x="182625" y="4444"/>
                  </a:lnTo>
                  <a:lnTo>
                    <a:pt x="401955" y="306069"/>
                  </a:lnTo>
                  <a:lnTo>
                    <a:pt x="401955" y="4444"/>
                  </a:lnTo>
                  <a:lnTo>
                    <a:pt x="458470" y="4444"/>
                  </a:lnTo>
                  <a:lnTo>
                    <a:pt x="458470" y="446531"/>
                  </a:lnTo>
                  <a:lnTo>
                    <a:pt x="440689" y="446531"/>
                  </a:lnTo>
                  <a:lnTo>
                    <a:pt x="215264" y="127761"/>
                  </a:lnTo>
                  <a:lnTo>
                    <a:pt x="215264" y="440563"/>
                  </a:lnTo>
                  <a:lnTo>
                    <a:pt x="158750" y="440563"/>
                  </a:lnTo>
                  <a:lnTo>
                    <a:pt x="158750" y="4444"/>
                  </a:lnTo>
                  <a:close/>
                </a:path>
                <a:path w="2976245" h="448310">
                  <a:moveTo>
                    <a:pt x="0" y="4444"/>
                  </a:moveTo>
                  <a:lnTo>
                    <a:pt x="59562" y="4444"/>
                  </a:lnTo>
                  <a:lnTo>
                    <a:pt x="59562" y="440563"/>
                  </a:lnTo>
                  <a:lnTo>
                    <a:pt x="0" y="440563"/>
                  </a:lnTo>
                  <a:lnTo>
                    <a:pt x="0" y="4444"/>
                  </a:lnTo>
                  <a:close/>
                </a:path>
                <a:path w="2976245" h="448310">
                  <a:moveTo>
                    <a:pt x="2413508" y="1524"/>
                  </a:moveTo>
                  <a:lnTo>
                    <a:pt x="2471546" y="5058"/>
                  </a:lnTo>
                  <a:lnTo>
                    <a:pt x="2519040" y="15658"/>
                  </a:lnTo>
                  <a:lnTo>
                    <a:pt x="2555986" y="33321"/>
                  </a:lnTo>
                  <a:lnTo>
                    <a:pt x="2598219" y="89821"/>
                  </a:lnTo>
                  <a:lnTo>
                    <a:pt x="2603500" y="128650"/>
                  </a:lnTo>
                  <a:lnTo>
                    <a:pt x="2598833" y="173587"/>
                  </a:lnTo>
                  <a:lnTo>
                    <a:pt x="2584835" y="210354"/>
                  </a:lnTo>
                  <a:lnTo>
                    <a:pt x="2528861" y="259376"/>
                  </a:lnTo>
                  <a:lnTo>
                    <a:pt x="2486892" y="271631"/>
                  </a:lnTo>
                  <a:lnTo>
                    <a:pt x="2435606" y="275716"/>
                  </a:lnTo>
                  <a:lnTo>
                    <a:pt x="2429059" y="275526"/>
                  </a:lnTo>
                  <a:lnTo>
                    <a:pt x="2419524" y="274955"/>
                  </a:lnTo>
                  <a:lnTo>
                    <a:pt x="2407013" y="274002"/>
                  </a:lnTo>
                  <a:lnTo>
                    <a:pt x="2391537" y="272668"/>
                  </a:lnTo>
                  <a:lnTo>
                    <a:pt x="2391537" y="440563"/>
                  </a:lnTo>
                  <a:lnTo>
                    <a:pt x="2331974" y="440563"/>
                  </a:lnTo>
                  <a:lnTo>
                    <a:pt x="2331974" y="4444"/>
                  </a:lnTo>
                  <a:lnTo>
                    <a:pt x="2362430" y="3184"/>
                  </a:lnTo>
                  <a:lnTo>
                    <a:pt x="2386171" y="2270"/>
                  </a:lnTo>
                  <a:lnTo>
                    <a:pt x="2403197" y="1712"/>
                  </a:lnTo>
                  <a:lnTo>
                    <a:pt x="2413508" y="1524"/>
                  </a:lnTo>
                  <a:close/>
                </a:path>
                <a:path w="2976245" h="448310">
                  <a:moveTo>
                    <a:pt x="1694052" y="0"/>
                  </a:moveTo>
                  <a:lnTo>
                    <a:pt x="1750638" y="4999"/>
                  </a:lnTo>
                  <a:lnTo>
                    <a:pt x="1794659" y="20003"/>
                  </a:lnTo>
                  <a:lnTo>
                    <a:pt x="1826110" y="45015"/>
                  </a:lnTo>
                  <a:lnTo>
                    <a:pt x="1844985" y="80044"/>
                  </a:lnTo>
                  <a:lnTo>
                    <a:pt x="1851279" y="125094"/>
                  </a:lnTo>
                  <a:lnTo>
                    <a:pt x="1849687" y="145073"/>
                  </a:lnTo>
                  <a:lnTo>
                    <a:pt x="1837027" y="182030"/>
                  </a:lnTo>
                  <a:lnTo>
                    <a:pt x="1812742" y="213917"/>
                  </a:lnTo>
                  <a:lnTo>
                    <a:pt x="1765808" y="239902"/>
                  </a:lnTo>
                  <a:lnTo>
                    <a:pt x="1892300" y="440563"/>
                  </a:lnTo>
                  <a:lnTo>
                    <a:pt x="1824227" y="440563"/>
                  </a:lnTo>
                  <a:lnTo>
                    <a:pt x="1707769" y="253364"/>
                  </a:lnTo>
                  <a:lnTo>
                    <a:pt x="1696335" y="253174"/>
                  </a:lnTo>
                  <a:lnTo>
                    <a:pt x="1682019" y="252602"/>
                  </a:lnTo>
                  <a:lnTo>
                    <a:pt x="1664799" y="251650"/>
                  </a:lnTo>
                  <a:lnTo>
                    <a:pt x="1644650" y="250316"/>
                  </a:lnTo>
                  <a:lnTo>
                    <a:pt x="1644650" y="440563"/>
                  </a:lnTo>
                  <a:lnTo>
                    <a:pt x="1585087" y="440563"/>
                  </a:lnTo>
                  <a:lnTo>
                    <a:pt x="1585087" y="4444"/>
                  </a:lnTo>
                  <a:lnTo>
                    <a:pt x="1589258" y="4321"/>
                  </a:lnTo>
                  <a:lnTo>
                    <a:pt x="1598358" y="3937"/>
                  </a:lnTo>
                  <a:lnTo>
                    <a:pt x="1612411" y="3266"/>
                  </a:lnTo>
                  <a:lnTo>
                    <a:pt x="1631442" y="2286"/>
                  </a:lnTo>
                  <a:lnTo>
                    <a:pt x="1651494" y="1285"/>
                  </a:lnTo>
                  <a:lnTo>
                    <a:pt x="1668605" y="571"/>
                  </a:lnTo>
                  <a:lnTo>
                    <a:pt x="1682787" y="142"/>
                  </a:lnTo>
                  <a:lnTo>
                    <a:pt x="1694052" y="0"/>
                  </a:lnTo>
                  <a:close/>
                </a:path>
                <a:path w="2976245" h="448310">
                  <a:moveTo>
                    <a:pt x="1338961" y="0"/>
                  </a:moveTo>
                  <a:lnTo>
                    <a:pt x="1395546" y="4999"/>
                  </a:lnTo>
                  <a:lnTo>
                    <a:pt x="1439567" y="20003"/>
                  </a:lnTo>
                  <a:lnTo>
                    <a:pt x="1471018" y="45015"/>
                  </a:lnTo>
                  <a:lnTo>
                    <a:pt x="1489893" y="80044"/>
                  </a:lnTo>
                  <a:lnTo>
                    <a:pt x="1496187" y="125094"/>
                  </a:lnTo>
                  <a:lnTo>
                    <a:pt x="1494595" y="145073"/>
                  </a:lnTo>
                  <a:lnTo>
                    <a:pt x="1481935" y="182030"/>
                  </a:lnTo>
                  <a:lnTo>
                    <a:pt x="1457650" y="213917"/>
                  </a:lnTo>
                  <a:lnTo>
                    <a:pt x="1410715" y="239902"/>
                  </a:lnTo>
                  <a:lnTo>
                    <a:pt x="1537208" y="440563"/>
                  </a:lnTo>
                  <a:lnTo>
                    <a:pt x="1469136" y="440563"/>
                  </a:lnTo>
                  <a:lnTo>
                    <a:pt x="1352677" y="253364"/>
                  </a:lnTo>
                  <a:lnTo>
                    <a:pt x="1341243" y="253174"/>
                  </a:lnTo>
                  <a:lnTo>
                    <a:pt x="1326927" y="252602"/>
                  </a:lnTo>
                  <a:lnTo>
                    <a:pt x="1309707" y="251650"/>
                  </a:lnTo>
                  <a:lnTo>
                    <a:pt x="1289558" y="250316"/>
                  </a:lnTo>
                  <a:lnTo>
                    <a:pt x="1289558" y="440563"/>
                  </a:lnTo>
                  <a:lnTo>
                    <a:pt x="1229995" y="440563"/>
                  </a:lnTo>
                  <a:lnTo>
                    <a:pt x="1229995" y="4444"/>
                  </a:lnTo>
                  <a:lnTo>
                    <a:pt x="1234166" y="4321"/>
                  </a:lnTo>
                  <a:lnTo>
                    <a:pt x="1243266" y="3937"/>
                  </a:lnTo>
                  <a:lnTo>
                    <a:pt x="1257319" y="3266"/>
                  </a:lnTo>
                  <a:lnTo>
                    <a:pt x="1276350" y="2286"/>
                  </a:lnTo>
                  <a:lnTo>
                    <a:pt x="1296402" y="1285"/>
                  </a:lnTo>
                  <a:lnTo>
                    <a:pt x="1313513" y="571"/>
                  </a:lnTo>
                  <a:lnTo>
                    <a:pt x="1327695" y="142"/>
                  </a:lnTo>
                  <a:lnTo>
                    <a:pt x="1338961" y="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13961" y="4207383"/>
              <a:ext cx="3578606" cy="46964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26530" y="5314289"/>
            <a:ext cx="2367280" cy="85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1995">
              <a:lnSpc>
                <a:spcPct val="122700"/>
              </a:lnSpc>
              <a:spcBef>
                <a:spcPts val="100"/>
              </a:spcBef>
            </a:pPr>
            <a:r>
              <a:rPr sz="2200" spc="-15" dirty="0">
                <a:solidFill>
                  <a:srgbClr val="FFFFFF"/>
                </a:solidFill>
                <a:latin typeface="Trebuchet MS"/>
                <a:cs typeface="Trebuchet MS"/>
              </a:rPr>
              <a:t>Presented</a:t>
            </a:r>
            <a:r>
              <a:rPr sz="2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00">
                <a:solidFill>
                  <a:srgbClr val="FFFFFF"/>
                </a:solidFill>
                <a:latin typeface="Trebuchet MS"/>
                <a:cs typeface="Trebuchet MS"/>
              </a:rPr>
              <a:t>By  </a:t>
            </a:r>
            <a:endParaRPr lang="en-US" sz="2200" spc="-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12700" marR="5080" indent="721995">
              <a:lnSpc>
                <a:spcPct val="122700"/>
              </a:lnSpc>
              <a:spcBef>
                <a:spcPts val="100"/>
              </a:spcBef>
            </a:pPr>
            <a:r>
              <a:rPr lang="en-US" sz="22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NVDP Murthy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20567" y="999236"/>
            <a:ext cx="2125980" cy="359410"/>
            <a:chOff x="3020567" y="999236"/>
            <a:chExt cx="2125980" cy="359410"/>
          </a:xfrm>
        </p:grpSpPr>
        <p:sp>
          <p:nvSpPr>
            <p:cNvPr id="3" name="object 3"/>
            <p:cNvSpPr/>
            <p:nvPr/>
          </p:nvSpPr>
          <p:spPr>
            <a:xfrm>
              <a:off x="3021456" y="1000125"/>
              <a:ext cx="2123694" cy="357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79977" y="1053719"/>
              <a:ext cx="176275" cy="2503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21456" y="1000125"/>
              <a:ext cx="2124075" cy="357505"/>
            </a:xfrm>
            <a:custGeom>
              <a:avLst/>
              <a:gdLst/>
              <a:ahLst/>
              <a:cxnLst/>
              <a:rect l="l" t="t" r="r" b="b"/>
              <a:pathLst>
                <a:path w="2124075" h="357505">
                  <a:moveTo>
                    <a:pt x="1837563" y="6096"/>
                  </a:moveTo>
                  <a:lnTo>
                    <a:pt x="2123694" y="6096"/>
                  </a:lnTo>
                  <a:lnTo>
                    <a:pt x="2123694" y="60578"/>
                  </a:lnTo>
                  <a:lnTo>
                    <a:pt x="2008758" y="60578"/>
                  </a:lnTo>
                  <a:lnTo>
                    <a:pt x="2008758" y="351663"/>
                  </a:lnTo>
                  <a:lnTo>
                    <a:pt x="1947418" y="351663"/>
                  </a:lnTo>
                  <a:lnTo>
                    <a:pt x="1947418" y="60578"/>
                  </a:lnTo>
                  <a:lnTo>
                    <a:pt x="1837563" y="60578"/>
                  </a:lnTo>
                  <a:lnTo>
                    <a:pt x="1837563" y="6096"/>
                  </a:lnTo>
                  <a:close/>
                </a:path>
                <a:path w="2124075" h="357505">
                  <a:moveTo>
                    <a:pt x="1545082" y="6096"/>
                  </a:moveTo>
                  <a:lnTo>
                    <a:pt x="1574672" y="6096"/>
                  </a:lnTo>
                  <a:lnTo>
                    <a:pt x="1737868" y="214629"/>
                  </a:lnTo>
                  <a:lnTo>
                    <a:pt x="1737868" y="6096"/>
                  </a:lnTo>
                  <a:lnTo>
                    <a:pt x="1796795" y="6096"/>
                  </a:lnTo>
                  <a:lnTo>
                    <a:pt x="1796795" y="356362"/>
                  </a:lnTo>
                  <a:lnTo>
                    <a:pt x="1771777" y="356362"/>
                  </a:lnTo>
                  <a:lnTo>
                    <a:pt x="1604137" y="137667"/>
                  </a:lnTo>
                  <a:lnTo>
                    <a:pt x="1604137" y="351916"/>
                  </a:lnTo>
                  <a:lnTo>
                    <a:pt x="1545082" y="351916"/>
                  </a:lnTo>
                  <a:lnTo>
                    <a:pt x="1545082" y="6096"/>
                  </a:lnTo>
                  <a:close/>
                </a:path>
                <a:path w="2124075" h="357505">
                  <a:moveTo>
                    <a:pt x="1270762" y="6096"/>
                  </a:moveTo>
                  <a:lnTo>
                    <a:pt x="1491360" y="6096"/>
                  </a:lnTo>
                  <a:lnTo>
                    <a:pt x="1491360" y="60578"/>
                  </a:lnTo>
                  <a:lnTo>
                    <a:pt x="1332103" y="60578"/>
                  </a:lnTo>
                  <a:lnTo>
                    <a:pt x="1332103" y="141477"/>
                  </a:lnTo>
                  <a:lnTo>
                    <a:pt x="1446276" y="141477"/>
                  </a:lnTo>
                  <a:lnTo>
                    <a:pt x="1446276" y="193675"/>
                  </a:lnTo>
                  <a:lnTo>
                    <a:pt x="1332103" y="193675"/>
                  </a:lnTo>
                  <a:lnTo>
                    <a:pt x="1332103" y="297179"/>
                  </a:lnTo>
                  <a:lnTo>
                    <a:pt x="1488820" y="297179"/>
                  </a:lnTo>
                  <a:lnTo>
                    <a:pt x="1488820" y="351663"/>
                  </a:lnTo>
                  <a:lnTo>
                    <a:pt x="1270762" y="351663"/>
                  </a:lnTo>
                  <a:lnTo>
                    <a:pt x="1270762" y="6096"/>
                  </a:lnTo>
                  <a:close/>
                </a:path>
                <a:path w="2124075" h="357505">
                  <a:moveTo>
                    <a:pt x="944498" y="6096"/>
                  </a:moveTo>
                  <a:lnTo>
                    <a:pt x="1230630" y="6096"/>
                  </a:lnTo>
                  <a:lnTo>
                    <a:pt x="1230630" y="60578"/>
                  </a:lnTo>
                  <a:lnTo>
                    <a:pt x="1115695" y="60578"/>
                  </a:lnTo>
                  <a:lnTo>
                    <a:pt x="1115695" y="351663"/>
                  </a:lnTo>
                  <a:lnTo>
                    <a:pt x="1054354" y="351663"/>
                  </a:lnTo>
                  <a:lnTo>
                    <a:pt x="1054354" y="60578"/>
                  </a:lnTo>
                  <a:lnTo>
                    <a:pt x="944498" y="60578"/>
                  </a:lnTo>
                  <a:lnTo>
                    <a:pt x="944498" y="6096"/>
                  </a:lnTo>
                  <a:close/>
                </a:path>
                <a:path w="2124075" h="357505">
                  <a:moveTo>
                    <a:pt x="652018" y="6096"/>
                  </a:moveTo>
                  <a:lnTo>
                    <a:pt x="681608" y="6096"/>
                  </a:lnTo>
                  <a:lnTo>
                    <a:pt x="844804" y="214629"/>
                  </a:lnTo>
                  <a:lnTo>
                    <a:pt x="844804" y="6096"/>
                  </a:lnTo>
                  <a:lnTo>
                    <a:pt x="903732" y="6096"/>
                  </a:lnTo>
                  <a:lnTo>
                    <a:pt x="903732" y="356362"/>
                  </a:lnTo>
                  <a:lnTo>
                    <a:pt x="878713" y="356362"/>
                  </a:lnTo>
                  <a:lnTo>
                    <a:pt x="711072" y="137667"/>
                  </a:lnTo>
                  <a:lnTo>
                    <a:pt x="711072" y="351916"/>
                  </a:lnTo>
                  <a:lnTo>
                    <a:pt x="652018" y="351916"/>
                  </a:lnTo>
                  <a:lnTo>
                    <a:pt x="652018" y="6096"/>
                  </a:lnTo>
                  <a:close/>
                </a:path>
                <a:path w="2124075" h="357505">
                  <a:moveTo>
                    <a:pt x="158369" y="126"/>
                  </a:moveTo>
                  <a:lnTo>
                    <a:pt x="186588" y="1650"/>
                  </a:lnTo>
                  <a:lnTo>
                    <a:pt x="211820" y="6223"/>
                  </a:lnTo>
                  <a:lnTo>
                    <a:pt x="234074" y="13843"/>
                  </a:lnTo>
                  <a:lnTo>
                    <a:pt x="253365" y="24511"/>
                  </a:lnTo>
                  <a:lnTo>
                    <a:pt x="228092" y="75184"/>
                  </a:lnTo>
                  <a:lnTo>
                    <a:pt x="216308" y="66202"/>
                  </a:lnTo>
                  <a:lnTo>
                    <a:pt x="201358" y="59816"/>
                  </a:lnTo>
                  <a:lnTo>
                    <a:pt x="183264" y="56003"/>
                  </a:lnTo>
                  <a:lnTo>
                    <a:pt x="162051" y="54737"/>
                  </a:lnTo>
                  <a:lnTo>
                    <a:pt x="141479" y="56999"/>
                  </a:lnTo>
                  <a:lnTo>
                    <a:pt x="106098" y="75096"/>
                  </a:lnTo>
                  <a:lnTo>
                    <a:pt x="79238" y="110222"/>
                  </a:lnTo>
                  <a:lnTo>
                    <a:pt x="65470" y="155993"/>
                  </a:lnTo>
                  <a:lnTo>
                    <a:pt x="63754" y="182499"/>
                  </a:lnTo>
                  <a:lnTo>
                    <a:pt x="65349" y="208787"/>
                  </a:lnTo>
                  <a:lnTo>
                    <a:pt x="78112" y="252793"/>
                  </a:lnTo>
                  <a:lnTo>
                    <a:pt x="103189" y="284751"/>
                  </a:lnTo>
                  <a:lnTo>
                    <a:pt x="157606" y="303022"/>
                  </a:lnTo>
                  <a:lnTo>
                    <a:pt x="180679" y="300851"/>
                  </a:lnTo>
                  <a:lnTo>
                    <a:pt x="201120" y="294322"/>
                  </a:lnTo>
                  <a:lnTo>
                    <a:pt x="218918" y="283412"/>
                  </a:lnTo>
                  <a:lnTo>
                    <a:pt x="234060" y="268097"/>
                  </a:lnTo>
                  <a:lnTo>
                    <a:pt x="262635" y="317753"/>
                  </a:lnTo>
                  <a:lnTo>
                    <a:pt x="241682" y="335162"/>
                  </a:lnTo>
                  <a:lnTo>
                    <a:pt x="216360" y="347583"/>
                  </a:lnTo>
                  <a:lnTo>
                    <a:pt x="186680" y="355026"/>
                  </a:lnTo>
                  <a:lnTo>
                    <a:pt x="152654" y="357504"/>
                  </a:lnTo>
                  <a:lnTo>
                    <a:pt x="118481" y="354528"/>
                  </a:lnTo>
                  <a:lnTo>
                    <a:pt x="62231" y="330715"/>
                  </a:lnTo>
                  <a:lnTo>
                    <a:pt x="22609" y="283900"/>
                  </a:lnTo>
                  <a:lnTo>
                    <a:pt x="2520" y="218940"/>
                  </a:lnTo>
                  <a:lnTo>
                    <a:pt x="0" y="179959"/>
                  </a:lnTo>
                  <a:lnTo>
                    <a:pt x="2784" y="143164"/>
                  </a:lnTo>
                  <a:lnTo>
                    <a:pt x="25020" y="79053"/>
                  </a:lnTo>
                  <a:lnTo>
                    <a:pt x="68286" y="29166"/>
                  </a:lnTo>
                  <a:lnTo>
                    <a:pt x="125245" y="3361"/>
                  </a:lnTo>
                  <a:lnTo>
                    <a:pt x="158369" y="126"/>
                  </a:lnTo>
                  <a:close/>
                </a:path>
                <a:path w="2124075" h="357505">
                  <a:moveTo>
                    <a:pt x="444372" y="0"/>
                  </a:moveTo>
                  <a:lnTo>
                    <a:pt x="510095" y="11541"/>
                  </a:lnTo>
                  <a:lnTo>
                    <a:pt x="558292" y="46227"/>
                  </a:lnTo>
                  <a:lnTo>
                    <a:pt x="587787" y="101726"/>
                  </a:lnTo>
                  <a:lnTo>
                    <a:pt x="597662" y="175895"/>
                  </a:lnTo>
                  <a:lnTo>
                    <a:pt x="595090" y="215542"/>
                  </a:lnTo>
                  <a:lnTo>
                    <a:pt x="574516" y="281836"/>
                  </a:lnTo>
                  <a:lnTo>
                    <a:pt x="533773" y="329965"/>
                  </a:lnTo>
                  <a:lnTo>
                    <a:pt x="475289" y="354453"/>
                  </a:lnTo>
                  <a:lnTo>
                    <a:pt x="439546" y="357504"/>
                  </a:lnTo>
                  <a:lnTo>
                    <a:pt x="406804" y="354478"/>
                  </a:lnTo>
                  <a:lnTo>
                    <a:pt x="353464" y="330233"/>
                  </a:lnTo>
                  <a:lnTo>
                    <a:pt x="316605" y="282461"/>
                  </a:lnTo>
                  <a:lnTo>
                    <a:pt x="297987" y="215925"/>
                  </a:lnTo>
                  <a:lnTo>
                    <a:pt x="295656" y="175895"/>
                  </a:lnTo>
                  <a:lnTo>
                    <a:pt x="298199" y="140440"/>
                  </a:lnTo>
                  <a:lnTo>
                    <a:pt x="318480" y="78007"/>
                  </a:lnTo>
                  <a:lnTo>
                    <a:pt x="358076" y="28717"/>
                  </a:lnTo>
                  <a:lnTo>
                    <a:pt x="412178" y="3190"/>
                  </a:lnTo>
                  <a:lnTo>
                    <a:pt x="444372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40" y="1556427"/>
            <a:ext cx="3389629" cy="2388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B03E9A"/>
              </a:buClr>
              <a:buSzPct val="73076"/>
              <a:buFont typeface="Arial"/>
              <a:buChar char=""/>
              <a:tabLst>
                <a:tab pos="287020" algn="l"/>
              </a:tabLst>
            </a:pPr>
            <a:r>
              <a:rPr sz="2600" spc="-5" dirty="0">
                <a:latin typeface="Trebuchet MS"/>
                <a:cs typeface="Trebuchet MS"/>
              </a:rPr>
              <a:t>Introduction</a:t>
            </a:r>
            <a:endParaRPr sz="26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3076"/>
              <a:buFont typeface="Arial"/>
              <a:buChar char=""/>
              <a:tabLst>
                <a:tab pos="287020" algn="l"/>
              </a:tabLst>
            </a:pPr>
            <a:r>
              <a:rPr sz="2600" dirty="0">
                <a:latin typeface="Trebuchet MS"/>
                <a:cs typeface="Trebuchet MS"/>
              </a:rPr>
              <a:t>Features</a:t>
            </a:r>
            <a:endParaRPr sz="26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3076"/>
              <a:buFont typeface="Arial"/>
              <a:buChar char=""/>
              <a:tabLst>
                <a:tab pos="287020" algn="l"/>
              </a:tabLst>
            </a:pPr>
            <a:r>
              <a:rPr sz="2600" spc="-40" dirty="0">
                <a:latin typeface="Trebuchet MS"/>
                <a:cs typeface="Trebuchet MS"/>
              </a:rPr>
              <a:t>Pin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Diagram</a:t>
            </a:r>
            <a:endParaRPr sz="26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3076"/>
              <a:buFont typeface="Arial"/>
              <a:buChar char=""/>
              <a:tabLst>
                <a:tab pos="287020" algn="l"/>
              </a:tabLst>
            </a:pPr>
            <a:r>
              <a:rPr sz="2600" dirty="0">
                <a:latin typeface="Trebuchet MS"/>
                <a:cs typeface="Trebuchet MS"/>
              </a:rPr>
              <a:t>Block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Diagram</a:t>
            </a:r>
            <a:endParaRPr sz="26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3076"/>
              <a:buFont typeface="Arial"/>
              <a:buChar char=""/>
              <a:tabLst>
                <a:tab pos="287020" algn="l"/>
              </a:tabLst>
            </a:pPr>
            <a:r>
              <a:rPr sz="2600" spc="-5" dirty="0">
                <a:latin typeface="Trebuchet MS"/>
                <a:cs typeface="Trebuchet MS"/>
              </a:rPr>
              <a:t>Description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blocks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80564" y="275336"/>
            <a:ext cx="3344545" cy="359410"/>
            <a:chOff x="2480564" y="275336"/>
            <a:chExt cx="3344545" cy="359410"/>
          </a:xfrm>
        </p:grpSpPr>
        <p:sp>
          <p:nvSpPr>
            <p:cNvPr id="3" name="object 3"/>
            <p:cNvSpPr/>
            <p:nvPr/>
          </p:nvSpPr>
          <p:spPr>
            <a:xfrm>
              <a:off x="2481453" y="276225"/>
              <a:ext cx="3342640" cy="3576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28999" y="333629"/>
              <a:ext cx="132968" cy="2407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95904" y="333375"/>
              <a:ext cx="101726" cy="10071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78882" y="329946"/>
              <a:ext cx="176275" cy="2503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75050" y="329946"/>
              <a:ext cx="176275" cy="2503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81453" y="276225"/>
              <a:ext cx="3342640" cy="358140"/>
            </a:xfrm>
            <a:custGeom>
              <a:avLst/>
              <a:gdLst/>
              <a:ahLst/>
              <a:cxnLst/>
              <a:rect l="l" t="t" r="r" b="b"/>
              <a:pathLst>
                <a:path w="3342640" h="358140">
                  <a:moveTo>
                    <a:pt x="3090926" y="6223"/>
                  </a:moveTo>
                  <a:lnTo>
                    <a:pt x="3120517" y="6223"/>
                  </a:lnTo>
                  <a:lnTo>
                    <a:pt x="3283712" y="214757"/>
                  </a:lnTo>
                  <a:lnTo>
                    <a:pt x="3283712" y="6223"/>
                  </a:lnTo>
                  <a:lnTo>
                    <a:pt x="3342640" y="6223"/>
                  </a:lnTo>
                  <a:lnTo>
                    <a:pt x="3342640" y="356488"/>
                  </a:lnTo>
                  <a:lnTo>
                    <a:pt x="3317621" y="356488"/>
                  </a:lnTo>
                  <a:lnTo>
                    <a:pt x="3149981" y="137795"/>
                  </a:lnTo>
                  <a:lnTo>
                    <a:pt x="3149981" y="352044"/>
                  </a:lnTo>
                  <a:lnTo>
                    <a:pt x="3090926" y="352044"/>
                  </a:lnTo>
                  <a:lnTo>
                    <a:pt x="3090926" y="6223"/>
                  </a:lnTo>
                  <a:close/>
                </a:path>
                <a:path w="3342640" h="358140">
                  <a:moveTo>
                    <a:pt x="2618232" y="6223"/>
                  </a:moveTo>
                  <a:lnTo>
                    <a:pt x="2679573" y="6223"/>
                  </a:lnTo>
                  <a:lnTo>
                    <a:pt x="2679573" y="351789"/>
                  </a:lnTo>
                  <a:lnTo>
                    <a:pt x="2618232" y="351789"/>
                  </a:lnTo>
                  <a:lnTo>
                    <a:pt x="2618232" y="6223"/>
                  </a:lnTo>
                  <a:close/>
                </a:path>
                <a:path w="3342640" h="358140">
                  <a:moveTo>
                    <a:pt x="2290699" y="6223"/>
                  </a:moveTo>
                  <a:lnTo>
                    <a:pt x="2576830" y="6223"/>
                  </a:lnTo>
                  <a:lnTo>
                    <a:pt x="2576830" y="60705"/>
                  </a:lnTo>
                  <a:lnTo>
                    <a:pt x="2461895" y="60705"/>
                  </a:lnTo>
                  <a:lnTo>
                    <a:pt x="2461895" y="351789"/>
                  </a:lnTo>
                  <a:lnTo>
                    <a:pt x="2400554" y="351789"/>
                  </a:lnTo>
                  <a:lnTo>
                    <a:pt x="2400554" y="60705"/>
                  </a:lnTo>
                  <a:lnTo>
                    <a:pt x="2290699" y="60705"/>
                  </a:lnTo>
                  <a:lnTo>
                    <a:pt x="2290699" y="6223"/>
                  </a:lnTo>
                  <a:close/>
                </a:path>
                <a:path w="3342640" h="358140">
                  <a:moveTo>
                    <a:pt x="1697989" y="6223"/>
                  </a:moveTo>
                  <a:lnTo>
                    <a:pt x="1759331" y="6223"/>
                  </a:lnTo>
                  <a:lnTo>
                    <a:pt x="1759331" y="240411"/>
                  </a:lnTo>
                  <a:lnTo>
                    <a:pt x="1760400" y="253674"/>
                  </a:lnTo>
                  <a:lnTo>
                    <a:pt x="1785633" y="293344"/>
                  </a:lnTo>
                  <a:lnTo>
                    <a:pt x="1823085" y="303149"/>
                  </a:lnTo>
                  <a:lnTo>
                    <a:pt x="1838751" y="302079"/>
                  </a:lnTo>
                  <a:lnTo>
                    <a:pt x="1874774" y="286130"/>
                  </a:lnTo>
                  <a:lnTo>
                    <a:pt x="1893316" y="239267"/>
                  </a:lnTo>
                  <a:lnTo>
                    <a:pt x="1893316" y="6223"/>
                  </a:lnTo>
                  <a:lnTo>
                    <a:pt x="1954657" y="6223"/>
                  </a:lnTo>
                  <a:lnTo>
                    <a:pt x="1954657" y="243966"/>
                  </a:lnTo>
                  <a:lnTo>
                    <a:pt x="1952420" y="269186"/>
                  </a:lnTo>
                  <a:lnTo>
                    <a:pt x="1934565" y="310957"/>
                  </a:lnTo>
                  <a:lnTo>
                    <a:pt x="1899584" y="340701"/>
                  </a:lnTo>
                  <a:lnTo>
                    <a:pt x="1851908" y="355750"/>
                  </a:lnTo>
                  <a:lnTo>
                    <a:pt x="1823593" y="357632"/>
                  </a:lnTo>
                  <a:lnTo>
                    <a:pt x="1795210" y="355796"/>
                  </a:lnTo>
                  <a:lnTo>
                    <a:pt x="1748780" y="341076"/>
                  </a:lnTo>
                  <a:lnTo>
                    <a:pt x="1716420" y="311828"/>
                  </a:lnTo>
                  <a:lnTo>
                    <a:pt x="1700037" y="269624"/>
                  </a:lnTo>
                  <a:lnTo>
                    <a:pt x="1697989" y="243712"/>
                  </a:lnTo>
                  <a:lnTo>
                    <a:pt x="1697989" y="6223"/>
                  </a:lnTo>
                  <a:close/>
                </a:path>
                <a:path w="3342640" h="358140">
                  <a:moveTo>
                    <a:pt x="425323" y="6223"/>
                  </a:moveTo>
                  <a:lnTo>
                    <a:pt x="711454" y="6223"/>
                  </a:lnTo>
                  <a:lnTo>
                    <a:pt x="711454" y="60705"/>
                  </a:lnTo>
                  <a:lnTo>
                    <a:pt x="596519" y="60705"/>
                  </a:lnTo>
                  <a:lnTo>
                    <a:pt x="596519" y="351789"/>
                  </a:lnTo>
                  <a:lnTo>
                    <a:pt x="535178" y="351789"/>
                  </a:lnTo>
                  <a:lnTo>
                    <a:pt x="535178" y="60705"/>
                  </a:lnTo>
                  <a:lnTo>
                    <a:pt x="425323" y="60705"/>
                  </a:lnTo>
                  <a:lnTo>
                    <a:pt x="425323" y="6223"/>
                  </a:lnTo>
                  <a:close/>
                </a:path>
                <a:path w="3342640" h="358140">
                  <a:moveTo>
                    <a:pt x="132842" y="6223"/>
                  </a:moveTo>
                  <a:lnTo>
                    <a:pt x="162433" y="6223"/>
                  </a:lnTo>
                  <a:lnTo>
                    <a:pt x="325628" y="214757"/>
                  </a:lnTo>
                  <a:lnTo>
                    <a:pt x="325628" y="6223"/>
                  </a:lnTo>
                  <a:lnTo>
                    <a:pt x="384556" y="6223"/>
                  </a:lnTo>
                  <a:lnTo>
                    <a:pt x="384556" y="356488"/>
                  </a:lnTo>
                  <a:lnTo>
                    <a:pt x="359537" y="356488"/>
                  </a:lnTo>
                  <a:lnTo>
                    <a:pt x="191897" y="137795"/>
                  </a:lnTo>
                  <a:lnTo>
                    <a:pt x="191897" y="352044"/>
                  </a:lnTo>
                  <a:lnTo>
                    <a:pt x="132842" y="352044"/>
                  </a:lnTo>
                  <a:lnTo>
                    <a:pt x="132842" y="6223"/>
                  </a:lnTo>
                  <a:close/>
                </a:path>
                <a:path w="3342640" h="358140">
                  <a:moveTo>
                    <a:pt x="0" y="6223"/>
                  </a:moveTo>
                  <a:lnTo>
                    <a:pt x="61341" y="6223"/>
                  </a:lnTo>
                  <a:lnTo>
                    <a:pt x="61341" y="351789"/>
                  </a:lnTo>
                  <a:lnTo>
                    <a:pt x="0" y="351789"/>
                  </a:lnTo>
                  <a:lnTo>
                    <a:pt x="0" y="6223"/>
                  </a:lnTo>
                  <a:close/>
                </a:path>
                <a:path w="3342640" h="358140">
                  <a:moveTo>
                    <a:pt x="1479423" y="3809"/>
                  </a:moveTo>
                  <a:lnTo>
                    <a:pt x="1547050" y="14858"/>
                  </a:lnTo>
                  <a:lnTo>
                    <a:pt x="1599057" y="48005"/>
                  </a:lnTo>
                  <a:lnTo>
                    <a:pt x="1632267" y="99552"/>
                  </a:lnTo>
                  <a:lnTo>
                    <a:pt x="1643380" y="165480"/>
                  </a:lnTo>
                  <a:lnTo>
                    <a:pt x="1638385" y="222408"/>
                  </a:lnTo>
                  <a:lnTo>
                    <a:pt x="1623408" y="268986"/>
                  </a:lnTo>
                  <a:lnTo>
                    <a:pt x="1598453" y="305212"/>
                  </a:lnTo>
                  <a:lnTo>
                    <a:pt x="1563529" y="331089"/>
                  </a:lnTo>
                  <a:lnTo>
                    <a:pt x="1518643" y="346614"/>
                  </a:lnTo>
                  <a:lnTo>
                    <a:pt x="1463802" y="351789"/>
                  </a:lnTo>
                  <a:lnTo>
                    <a:pt x="1387094" y="351789"/>
                  </a:lnTo>
                  <a:lnTo>
                    <a:pt x="1387094" y="6476"/>
                  </a:lnTo>
                  <a:lnTo>
                    <a:pt x="1420379" y="5310"/>
                  </a:lnTo>
                  <a:lnTo>
                    <a:pt x="1446879" y="4476"/>
                  </a:lnTo>
                  <a:lnTo>
                    <a:pt x="1466568" y="3976"/>
                  </a:lnTo>
                  <a:lnTo>
                    <a:pt x="1479423" y="3809"/>
                  </a:lnTo>
                  <a:close/>
                </a:path>
                <a:path w="3342640" h="358140">
                  <a:moveTo>
                    <a:pt x="847344" y="2667"/>
                  </a:moveTo>
                  <a:lnTo>
                    <a:pt x="904944" y="9026"/>
                  </a:lnTo>
                  <a:lnTo>
                    <a:pt x="946102" y="28114"/>
                  </a:lnTo>
                  <a:lnTo>
                    <a:pt x="970805" y="59942"/>
                  </a:lnTo>
                  <a:lnTo>
                    <a:pt x="979043" y="104521"/>
                  </a:lnTo>
                  <a:lnTo>
                    <a:pt x="977901" y="119522"/>
                  </a:lnTo>
                  <a:lnTo>
                    <a:pt x="960882" y="160527"/>
                  </a:lnTo>
                  <a:lnTo>
                    <a:pt x="928324" y="189995"/>
                  </a:lnTo>
                  <a:lnTo>
                    <a:pt x="915162" y="196087"/>
                  </a:lnTo>
                  <a:lnTo>
                    <a:pt x="1017270" y="351789"/>
                  </a:lnTo>
                  <a:lnTo>
                    <a:pt x="946531" y="351789"/>
                  </a:lnTo>
                  <a:lnTo>
                    <a:pt x="854201" y="209041"/>
                  </a:lnTo>
                  <a:lnTo>
                    <a:pt x="846558" y="208873"/>
                  </a:lnTo>
                  <a:lnTo>
                    <a:pt x="837533" y="208549"/>
                  </a:lnTo>
                  <a:lnTo>
                    <a:pt x="827127" y="208059"/>
                  </a:lnTo>
                  <a:lnTo>
                    <a:pt x="815339" y="207390"/>
                  </a:lnTo>
                  <a:lnTo>
                    <a:pt x="815339" y="351789"/>
                  </a:lnTo>
                  <a:lnTo>
                    <a:pt x="751586" y="351789"/>
                  </a:lnTo>
                  <a:lnTo>
                    <a:pt x="751586" y="6223"/>
                  </a:lnTo>
                  <a:lnTo>
                    <a:pt x="756066" y="6105"/>
                  </a:lnTo>
                  <a:lnTo>
                    <a:pt x="764190" y="5762"/>
                  </a:lnTo>
                  <a:lnTo>
                    <a:pt x="775981" y="5205"/>
                  </a:lnTo>
                  <a:lnTo>
                    <a:pt x="791463" y="4445"/>
                  </a:lnTo>
                  <a:lnTo>
                    <a:pt x="807964" y="3684"/>
                  </a:lnTo>
                  <a:lnTo>
                    <a:pt x="822785" y="3127"/>
                  </a:lnTo>
                  <a:lnTo>
                    <a:pt x="835915" y="2784"/>
                  </a:lnTo>
                  <a:lnTo>
                    <a:pt x="847344" y="2667"/>
                  </a:lnTo>
                  <a:close/>
                </a:path>
                <a:path w="3342640" h="358140">
                  <a:moveTo>
                    <a:pt x="2167509" y="253"/>
                  </a:moveTo>
                  <a:lnTo>
                    <a:pt x="2195728" y="1777"/>
                  </a:lnTo>
                  <a:lnTo>
                    <a:pt x="2220960" y="6350"/>
                  </a:lnTo>
                  <a:lnTo>
                    <a:pt x="2243214" y="13970"/>
                  </a:lnTo>
                  <a:lnTo>
                    <a:pt x="2262505" y="24638"/>
                  </a:lnTo>
                  <a:lnTo>
                    <a:pt x="2237232" y="75310"/>
                  </a:lnTo>
                  <a:lnTo>
                    <a:pt x="2225448" y="66309"/>
                  </a:lnTo>
                  <a:lnTo>
                    <a:pt x="2210498" y="59880"/>
                  </a:lnTo>
                  <a:lnTo>
                    <a:pt x="2192404" y="56022"/>
                  </a:lnTo>
                  <a:lnTo>
                    <a:pt x="2171192" y="54736"/>
                  </a:lnTo>
                  <a:lnTo>
                    <a:pt x="2150619" y="57001"/>
                  </a:lnTo>
                  <a:lnTo>
                    <a:pt x="2115238" y="75150"/>
                  </a:lnTo>
                  <a:lnTo>
                    <a:pt x="2088378" y="110349"/>
                  </a:lnTo>
                  <a:lnTo>
                    <a:pt x="2074610" y="156120"/>
                  </a:lnTo>
                  <a:lnTo>
                    <a:pt x="2072894" y="182625"/>
                  </a:lnTo>
                  <a:lnTo>
                    <a:pt x="2074489" y="208914"/>
                  </a:lnTo>
                  <a:lnTo>
                    <a:pt x="2087252" y="252920"/>
                  </a:lnTo>
                  <a:lnTo>
                    <a:pt x="2112329" y="284878"/>
                  </a:lnTo>
                  <a:lnTo>
                    <a:pt x="2166747" y="303149"/>
                  </a:lnTo>
                  <a:lnTo>
                    <a:pt x="2189819" y="300978"/>
                  </a:lnTo>
                  <a:lnTo>
                    <a:pt x="2210260" y="294449"/>
                  </a:lnTo>
                  <a:lnTo>
                    <a:pt x="2228058" y="283539"/>
                  </a:lnTo>
                  <a:lnTo>
                    <a:pt x="2243201" y="268224"/>
                  </a:lnTo>
                  <a:lnTo>
                    <a:pt x="2271776" y="317753"/>
                  </a:lnTo>
                  <a:lnTo>
                    <a:pt x="2250822" y="335236"/>
                  </a:lnTo>
                  <a:lnTo>
                    <a:pt x="2225500" y="347694"/>
                  </a:lnTo>
                  <a:lnTo>
                    <a:pt x="2195820" y="355151"/>
                  </a:lnTo>
                  <a:lnTo>
                    <a:pt x="2161794" y="357632"/>
                  </a:lnTo>
                  <a:lnTo>
                    <a:pt x="2127621" y="354655"/>
                  </a:lnTo>
                  <a:lnTo>
                    <a:pt x="2071371" y="330842"/>
                  </a:lnTo>
                  <a:lnTo>
                    <a:pt x="2031749" y="284027"/>
                  </a:lnTo>
                  <a:lnTo>
                    <a:pt x="2011660" y="219067"/>
                  </a:lnTo>
                  <a:lnTo>
                    <a:pt x="2009139" y="180086"/>
                  </a:lnTo>
                  <a:lnTo>
                    <a:pt x="2011924" y="143291"/>
                  </a:lnTo>
                  <a:lnTo>
                    <a:pt x="2034160" y="79180"/>
                  </a:lnTo>
                  <a:lnTo>
                    <a:pt x="2077426" y="29293"/>
                  </a:lnTo>
                  <a:lnTo>
                    <a:pt x="2134385" y="3488"/>
                  </a:lnTo>
                  <a:lnTo>
                    <a:pt x="2167509" y="253"/>
                  </a:lnTo>
                  <a:close/>
                </a:path>
                <a:path w="3342640" h="358140">
                  <a:moveTo>
                    <a:pt x="2883281" y="0"/>
                  </a:moveTo>
                  <a:lnTo>
                    <a:pt x="2949003" y="11604"/>
                  </a:lnTo>
                  <a:lnTo>
                    <a:pt x="2997200" y="46354"/>
                  </a:lnTo>
                  <a:lnTo>
                    <a:pt x="3026695" y="101854"/>
                  </a:lnTo>
                  <a:lnTo>
                    <a:pt x="3036570" y="176022"/>
                  </a:lnTo>
                  <a:lnTo>
                    <a:pt x="3033998" y="215598"/>
                  </a:lnTo>
                  <a:lnTo>
                    <a:pt x="3013424" y="281892"/>
                  </a:lnTo>
                  <a:lnTo>
                    <a:pt x="2972681" y="330092"/>
                  </a:lnTo>
                  <a:lnTo>
                    <a:pt x="2914197" y="354580"/>
                  </a:lnTo>
                  <a:lnTo>
                    <a:pt x="2878455" y="357632"/>
                  </a:lnTo>
                  <a:lnTo>
                    <a:pt x="2845712" y="354605"/>
                  </a:lnTo>
                  <a:lnTo>
                    <a:pt x="2792372" y="330360"/>
                  </a:lnTo>
                  <a:lnTo>
                    <a:pt x="2755513" y="282571"/>
                  </a:lnTo>
                  <a:lnTo>
                    <a:pt x="2736895" y="215999"/>
                  </a:lnTo>
                  <a:lnTo>
                    <a:pt x="2734564" y="176022"/>
                  </a:lnTo>
                  <a:lnTo>
                    <a:pt x="2737107" y="140567"/>
                  </a:lnTo>
                  <a:lnTo>
                    <a:pt x="2757388" y="78134"/>
                  </a:lnTo>
                  <a:lnTo>
                    <a:pt x="2796984" y="28825"/>
                  </a:lnTo>
                  <a:lnTo>
                    <a:pt x="2851086" y="3210"/>
                  </a:lnTo>
                  <a:lnTo>
                    <a:pt x="2883281" y="0"/>
                  </a:lnTo>
                  <a:close/>
                </a:path>
                <a:path w="3342640" h="358140">
                  <a:moveTo>
                    <a:pt x="1179449" y="0"/>
                  </a:moveTo>
                  <a:lnTo>
                    <a:pt x="1245171" y="11604"/>
                  </a:lnTo>
                  <a:lnTo>
                    <a:pt x="1293368" y="46354"/>
                  </a:lnTo>
                  <a:lnTo>
                    <a:pt x="1322863" y="101854"/>
                  </a:lnTo>
                  <a:lnTo>
                    <a:pt x="1332738" y="176022"/>
                  </a:lnTo>
                  <a:lnTo>
                    <a:pt x="1330166" y="215598"/>
                  </a:lnTo>
                  <a:lnTo>
                    <a:pt x="1309592" y="281892"/>
                  </a:lnTo>
                  <a:lnTo>
                    <a:pt x="1268849" y="330092"/>
                  </a:lnTo>
                  <a:lnTo>
                    <a:pt x="1210365" y="354580"/>
                  </a:lnTo>
                  <a:lnTo>
                    <a:pt x="1174623" y="357632"/>
                  </a:lnTo>
                  <a:lnTo>
                    <a:pt x="1141880" y="354605"/>
                  </a:lnTo>
                  <a:lnTo>
                    <a:pt x="1088540" y="330360"/>
                  </a:lnTo>
                  <a:lnTo>
                    <a:pt x="1051681" y="282571"/>
                  </a:lnTo>
                  <a:lnTo>
                    <a:pt x="1033063" y="215999"/>
                  </a:lnTo>
                  <a:lnTo>
                    <a:pt x="1030732" y="176022"/>
                  </a:lnTo>
                  <a:lnTo>
                    <a:pt x="1033275" y="140567"/>
                  </a:lnTo>
                  <a:lnTo>
                    <a:pt x="1053556" y="78134"/>
                  </a:lnTo>
                  <a:lnTo>
                    <a:pt x="1093152" y="28825"/>
                  </a:lnTo>
                  <a:lnTo>
                    <a:pt x="1147254" y="3210"/>
                  </a:lnTo>
                  <a:lnTo>
                    <a:pt x="117944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9740" y="1241805"/>
            <a:ext cx="7617460" cy="4319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291465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PIC A </a:t>
            </a:r>
            <a:r>
              <a:rPr sz="2400" dirty="0">
                <a:latin typeface="Times New Roman"/>
                <a:cs typeface="Times New Roman"/>
              </a:rPr>
              <a:t>special purpose integrated circuit that </a:t>
            </a:r>
            <a:r>
              <a:rPr sz="2400" spc="-65" dirty="0">
                <a:latin typeface="Times New Roman"/>
                <a:cs typeface="Times New Roman"/>
              </a:rPr>
              <a:t>function 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an overall </a:t>
            </a:r>
            <a:r>
              <a:rPr sz="2400" spc="-5" dirty="0">
                <a:latin typeface="Times New Roman"/>
                <a:cs typeface="Times New Roman"/>
              </a:rPr>
              <a:t>manager </a:t>
            </a:r>
            <a:r>
              <a:rPr sz="2400" dirty="0">
                <a:latin typeface="Times New Roman"/>
                <a:cs typeface="Times New Roman"/>
              </a:rPr>
              <a:t>in an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interrupt </a:t>
            </a:r>
            <a:r>
              <a:rPr sz="2400" dirty="0">
                <a:latin typeface="Times New Roman"/>
                <a:cs typeface="Times New Roman"/>
              </a:rPr>
              <a:t>driven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>
                <a:latin typeface="Times New Roman"/>
                <a:cs typeface="Times New Roman"/>
              </a:rPr>
              <a:t>system</a:t>
            </a:r>
            <a:r>
              <a:rPr sz="2400" spc="-5" smtClean="0">
                <a:latin typeface="Times New Roman"/>
                <a:cs typeface="Times New Roman"/>
              </a:rPr>
              <a:t>.</a:t>
            </a:r>
            <a:endParaRPr lang="en-US" sz="2400" spc="-5" dirty="0" smtClean="0">
              <a:latin typeface="Times New Roman"/>
              <a:cs typeface="Times New Roman"/>
            </a:endParaRPr>
          </a:p>
          <a:p>
            <a:pPr marL="286385" marR="291465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It accepts request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>
                <a:latin typeface="Times New Roman"/>
                <a:cs typeface="Times New Roman"/>
              </a:rPr>
              <a:t>the </a:t>
            </a:r>
            <a:r>
              <a:rPr sz="2400" smtClean="0">
                <a:latin typeface="Times New Roman"/>
                <a:cs typeface="Times New Roman"/>
              </a:rPr>
              <a:t>peripheral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pc="-5" smtClean="0">
                <a:latin typeface="Times New Roman"/>
                <a:cs typeface="Times New Roman"/>
              </a:rPr>
              <a:t>equipment,determines </a:t>
            </a:r>
            <a:r>
              <a:rPr sz="2400" dirty="0">
                <a:latin typeface="Times New Roman"/>
                <a:cs typeface="Times New Roman"/>
              </a:rPr>
              <a:t>which of the </a:t>
            </a:r>
            <a:r>
              <a:rPr sz="2400" spc="-5" dirty="0">
                <a:latin typeface="Times New Roman"/>
                <a:cs typeface="Times New Roman"/>
              </a:rPr>
              <a:t>incoming </a:t>
            </a:r>
            <a:r>
              <a:rPr sz="2400" dirty="0">
                <a:latin typeface="Times New Roman"/>
                <a:cs typeface="Times New Roman"/>
              </a:rPr>
              <a:t>request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 </a:t>
            </a:r>
            <a:r>
              <a:rPr sz="2400" dirty="0">
                <a:latin typeface="Times New Roman"/>
                <a:cs typeface="Times New Roman"/>
              </a:rPr>
              <a:t>of the highest </a:t>
            </a:r>
            <a:r>
              <a:rPr sz="2400" spc="-20" dirty="0">
                <a:latin typeface="Times New Roman"/>
                <a:cs typeface="Times New Roman"/>
              </a:rPr>
              <a:t>priority, </a:t>
            </a:r>
            <a:r>
              <a:rPr sz="2400" dirty="0">
                <a:latin typeface="Times New Roman"/>
                <a:cs typeface="Times New Roman"/>
              </a:rPr>
              <a:t>ascertains whether the </a:t>
            </a:r>
            <a:r>
              <a:rPr sz="2400" spc="-5" dirty="0">
                <a:latin typeface="Times New Roman"/>
                <a:cs typeface="Times New Roman"/>
              </a:rPr>
              <a:t>incoming  </a:t>
            </a:r>
            <a:r>
              <a:rPr sz="2400" dirty="0">
                <a:latin typeface="Times New Roman"/>
                <a:cs typeface="Times New Roman"/>
              </a:rPr>
              <a:t>request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higher priority value than the level  currently being serviced, and issues an interrupt to the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CPU </a:t>
            </a:r>
            <a:r>
              <a:rPr sz="2400" dirty="0">
                <a:latin typeface="Times New Roman"/>
                <a:cs typeface="Times New Roman"/>
              </a:rPr>
              <a:t>based on 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>
                <a:latin typeface="Times New Roman"/>
                <a:cs typeface="Times New Roman"/>
              </a:rPr>
              <a:t>determination</a:t>
            </a:r>
            <a:r>
              <a:rPr sz="2400" spc="-5" smtClean="0">
                <a:latin typeface="Times New Roman"/>
                <a:cs typeface="Times New Roman"/>
              </a:rPr>
              <a:t>.</a:t>
            </a:r>
            <a:endParaRPr lang="en-US" sz="2400" spc="-5" dirty="0" smtClean="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119380" indent="-274320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PICs </a:t>
            </a:r>
            <a:r>
              <a:rPr sz="2400" dirty="0">
                <a:latin typeface="Times New Roman"/>
                <a:cs typeface="Times New Roman"/>
              </a:rPr>
              <a:t>typically have eight interrupt lines, and two </a:t>
            </a:r>
            <a:r>
              <a:rPr sz="2400" spc="-140" dirty="0">
                <a:latin typeface="Times New Roman"/>
                <a:cs typeface="Times New Roman"/>
              </a:rPr>
              <a:t>PICs 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often </a:t>
            </a:r>
            <a:r>
              <a:rPr sz="2400" dirty="0">
                <a:latin typeface="Times New Roman"/>
                <a:cs typeface="Times New Roman"/>
              </a:rPr>
              <a:t>cascaded to provide 15 available interrupt  lines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06014" y="313563"/>
            <a:ext cx="2204720" cy="359410"/>
            <a:chOff x="2906014" y="313563"/>
            <a:chExt cx="2204720" cy="359410"/>
          </a:xfrm>
        </p:grpSpPr>
        <p:sp>
          <p:nvSpPr>
            <p:cNvPr id="3" name="object 3"/>
            <p:cNvSpPr/>
            <p:nvPr/>
          </p:nvSpPr>
          <p:spPr>
            <a:xfrm>
              <a:off x="2906903" y="314452"/>
              <a:ext cx="2202942" cy="35737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38728" y="421386"/>
              <a:ext cx="83185" cy="127635"/>
            </a:xfrm>
            <a:custGeom>
              <a:avLst/>
              <a:gdLst/>
              <a:ahLst/>
              <a:cxnLst/>
              <a:rect l="l" t="t" r="r" b="b"/>
              <a:pathLst>
                <a:path w="83185" h="127634">
                  <a:moveTo>
                    <a:pt x="41529" y="0"/>
                  </a:moveTo>
                  <a:lnTo>
                    <a:pt x="0" y="127635"/>
                  </a:lnTo>
                  <a:lnTo>
                    <a:pt x="83058" y="127635"/>
                  </a:lnTo>
                  <a:lnTo>
                    <a:pt x="4152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9948" y="371475"/>
              <a:ext cx="101726" cy="1005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06903" y="314452"/>
              <a:ext cx="2203450" cy="357505"/>
            </a:xfrm>
            <a:custGeom>
              <a:avLst/>
              <a:gdLst/>
              <a:ahLst/>
              <a:cxnLst/>
              <a:rect l="l" t="t" r="r" b="b"/>
              <a:pathLst>
                <a:path w="2203450" h="357505">
                  <a:moveTo>
                    <a:pt x="1735836" y="5969"/>
                  </a:moveTo>
                  <a:lnTo>
                    <a:pt x="1956435" y="5969"/>
                  </a:lnTo>
                  <a:lnTo>
                    <a:pt x="1956435" y="60451"/>
                  </a:lnTo>
                  <a:lnTo>
                    <a:pt x="1797177" y="60451"/>
                  </a:lnTo>
                  <a:lnTo>
                    <a:pt x="1797177" y="141350"/>
                  </a:lnTo>
                  <a:lnTo>
                    <a:pt x="1911350" y="141350"/>
                  </a:lnTo>
                  <a:lnTo>
                    <a:pt x="1911350" y="193548"/>
                  </a:lnTo>
                  <a:lnTo>
                    <a:pt x="1797177" y="193548"/>
                  </a:lnTo>
                  <a:lnTo>
                    <a:pt x="1797177" y="297052"/>
                  </a:lnTo>
                  <a:lnTo>
                    <a:pt x="1953895" y="297052"/>
                  </a:lnTo>
                  <a:lnTo>
                    <a:pt x="1953895" y="351536"/>
                  </a:lnTo>
                  <a:lnTo>
                    <a:pt x="1735836" y="351536"/>
                  </a:lnTo>
                  <a:lnTo>
                    <a:pt x="1735836" y="5969"/>
                  </a:lnTo>
                  <a:close/>
                </a:path>
                <a:path w="2203450" h="357505">
                  <a:moveTo>
                    <a:pt x="1112520" y="5969"/>
                  </a:moveTo>
                  <a:lnTo>
                    <a:pt x="1173861" y="5969"/>
                  </a:lnTo>
                  <a:lnTo>
                    <a:pt x="1173861" y="240157"/>
                  </a:lnTo>
                  <a:lnTo>
                    <a:pt x="1174930" y="253420"/>
                  </a:lnTo>
                  <a:lnTo>
                    <a:pt x="1200163" y="293143"/>
                  </a:lnTo>
                  <a:lnTo>
                    <a:pt x="1237614" y="302895"/>
                  </a:lnTo>
                  <a:lnTo>
                    <a:pt x="1253281" y="301825"/>
                  </a:lnTo>
                  <a:lnTo>
                    <a:pt x="1289304" y="285876"/>
                  </a:lnTo>
                  <a:lnTo>
                    <a:pt x="1307846" y="239013"/>
                  </a:lnTo>
                  <a:lnTo>
                    <a:pt x="1307846" y="5969"/>
                  </a:lnTo>
                  <a:lnTo>
                    <a:pt x="1369187" y="5969"/>
                  </a:lnTo>
                  <a:lnTo>
                    <a:pt x="1369187" y="243712"/>
                  </a:lnTo>
                  <a:lnTo>
                    <a:pt x="1366950" y="268932"/>
                  </a:lnTo>
                  <a:lnTo>
                    <a:pt x="1349095" y="310703"/>
                  </a:lnTo>
                  <a:lnTo>
                    <a:pt x="1314114" y="340447"/>
                  </a:lnTo>
                  <a:lnTo>
                    <a:pt x="1266438" y="355496"/>
                  </a:lnTo>
                  <a:lnTo>
                    <a:pt x="1238123" y="357377"/>
                  </a:lnTo>
                  <a:lnTo>
                    <a:pt x="1209740" y="355542"/>
                  </a:lnTo>
                  <a:lnTo>
                    <a:pt x="1163310" y="340822"/>
                  </a:lnTo>
                  <a:lnTo>
                    <a:pt x="1130950" y="311574"/>
                  </a:lnTo>
                  <a:lnTo>
                    <a:pt x="1114567" y="269370"/>
                  </a:lnTo>
                  <a:lnTo>
                    <a:pt x="1112520" y="243459"/>
                  </a:lnTo>
                  <a:lnTo>
                    <a:pt x="1112520" y="5969"/>
                  </a:lnTo>
                  <a:close/>
                </a:path>
                <a:path w="2203450" h="357505">
                  <a:moveTo>
                    <a:pt x="786257" y="5969"/>
                  </a:moveTo>
                  <a:lnTo>
                    <a:pt x="1072388" y="5969"/>
                  </a:lnTo>
                  <a:lnTo>
                    <a:pt x="1072388" y="60451"/>
                  </a:lnTo>
                  <a:lnTo>
                    <a:pt x="957452" y="60451"/>
                  </a:lnTo>
                  <a:lnTo>
                    <a:pt x="957452" y="351536"/>
                  </a:lnTo>
                  <a:lnTo>
                    <a:pt x="896112" y="351536"/>
                  </a:lnTo>
                  <a:lnTo>
                    <a:pt x="896112" y="60451"/>
                  </a:lnTo>
                  <a:lnTo>
                    <a:pt x="786257" y="60451"/>
                  </a:lnTo>
                  <a:lnTo>
                    <a:pt x="786257" y="5969"/>
                  </a:lnTo>
                  <a:close/>
                </a:path>
                <a:path w="2203450" h="357505">
                  <a:moveTo>
                    <a:pt x="281940" y="5969"/>
                  </a:moveTo>
                  <a:lnTo>
                    <a:pt x="502538" y="5969"/>
                  </a:lnTo>
                  <a:lnTo>
                    <a:pt x="502538" y="60451"/>
                  </a:lnTo>
                  <a:lnTo>
                    <a:pt x="343281" y="60451"/>
                  </a:lnTo>
                  <a:lnTo>
                    <a:pt x="343281" y="141350"/>
                  </a:lnTo>
                  <a:lnTo>
                    <a:pt x="457454" y="141350"/>
                  </a:lnTo>
                  <a:lnTo>
                    <a:pt x="457454" y="193548"/>
                  </a:lnTo>
                  <a:lnTo>
                    <a:pt x="343281" y="193548"/>
                  </a:lnTo>
                  <a:lnTo>
                    <a:pt x="343281" y="297052"/>
                  </a:lnTo>
                  <a:lnTo>
                    <a:pt x="499999" y="297052"/>
                  </a:lnTo>
                  <a:lnTo>
                    <a:pt x="499999" y="351536"/>
                  </a:lnTo>
                  <a:lnTo>
                    <a:pt x="281940" y="351536"/>
                  </a:lnTo>
                  <a:lnTo>
                    <a:pt x="281940" y="5969"/>
                  </a:lnTo>
                  <a:close/>
                </a:path>
                <a:path w="2203450" h="357505">
                  <a:moveTo>
                    <a:pt x="0" y="5969"/>
                  </a:moveTo>
                  <a:lnTo>
                    <a:pt x="227711" y="5969"/>
                  </a:lnTo>
                  <a:lnTo>
                    <a:pt x="227711" y="60451"/>
                  </a:lnTo>
                  <a:lnTo>
                    <a:pt x="61341" y="60451"/>
                  </a:lnTo>
                  <a:lnTo>
                    <a:pt x="61341" y="141350"/>
                  </a:lnTo>
                  <a:lnTo>
                    <a:pt x="182880" y="141350"/>
                  </a:lnTo>
                  <a:lnTo>
                    <a:pt x="182880" y="193548"/>
                  </a:lnTo>
                  <a:lnTo>
                    <a:pt x="61341" y="193548"/>
                  </a:lnTo>
                  <a:lnTo>
                    <a:pt x="61341" y="351536"/>
                  </a:lnTo>
                  <a:lnTo>
                    <a:pt x="0" y="351536"/>
                  </a:lnTo>
                  <a:lnTo>
                    <a:pt x="0" y="5969"/>
                  </a:lnTo>
                  <a:close/>
                </a:path>
                <a:path w="2203450" h="357505">
                  <a:moveTo>
                    <a:pt x="1535938" y="2413"/>
                  </a:moveTo>
                  <a:lnTo>
                    <a:pt x="1593538" y="8772"/>
                  </a:lnTo>
                  <a:lnTo>
                    <a:pt x="1634696" y="27860"/>
                  </a:lnTo>
                  <a:lnTo>
                    <a:pt x="1659399" y="59688"/>
                  </a:lnTo>
                  <a:lnTo>
                    <a:pt x="1667637" y="104267"/>
                  </a:lnTo>
                  <a:lnTo>
                    <a:pt x="1666495" y="119268"/>
                  </a:lnTo>
                  <a:lnTo>
                    <a:pt x="1649476" y="160274"/>
                  </a:lnTo>
                  <a:lnTo>
                    <a:pt x="1616918" y="189741"/>
                  </a:lnTo>
                  <a:lnTo>
                    <a:pt x="1603756" y="195834"/>
                  </a:lnTo>
                  <a:lnTo>
                    <a:pt x="1705864" y="351536"/>
                  </a:lnTo>
                  <a:lnTo>
                    <a:pt x="1635125" y="351536"/>
                  </a:lnTo>
                  <a:lnTo>
                    <a:pt x="1542796" y="208787"/>
                  </a:lnTo>
                  <a:lnTo>
                    <a:pt x="1535152" y="208619"/>
                  </a:lnTo>
                  <a:lnTo>
                    <a:pt x="1526127" y="208295"/>
                  </a:lnTo>
                  <a:lnTo>
                    <a:pt x="1515721" y="207805"/>
                  </a:lnTo>
                  <a:lnTo>
                    <a:pt x="1503934" y="207137"/>
                  </a:lnTo>
                  <a:lnTo>
                    <a:pt x="1503934" y="351536"/>
                  </a:lnTo>
                  <a:lnTo>
                    <a:pt x="1440180" y="351536"/>
                  </a:lnTo>
                  <a:lnTo>
                    <a:pt x="1440180" y="5969"/>
                  </a:lnTo>
                  <a:lnTo>
                    <a:pt x="1444660" y="5851"/>
                  </a:lnTo>
                  <a:lnTo>
                    <a:pt x="1452784" y="5508"/>
                  </a:lnTo>
                  <a:lnTo>
                    <a:pt x="1464575" y="4951"/>
                  </a:lnTo>
                  <a:lnTo>
                    <a:pt x="1480058" y="4191"/>
                  </a:lnTo>
                  <a:lnTo>
                    <a:pt x="1496558" y="3430"/>
                  </a:lnTo>
                  <a:lnTo>
                    <a:pt x="1511379" y="2873"/>
                  </a:lnTo>
                  <a:lnTo>
                    <a:pt x="1524509" y="2530"/>
                  </a:lnTo>
                  <a:lnTo>
                    <a:pt x="1535938" y="2413"/>
                  </a:lnTo>
                  <a:close/>
                </a:path>
                <a:path w="2203450" h="357505">
                  <a:moveTo>
                    <a:pt x="659892" y="1270"/>
                  </a:moveTo>
                  <a:lnTo>
                    <a:pt x="686816" y="1270"/>
                  </a:lnTo>
                  <a:lnTo>
                    <a:pt x="825754" y="351536"/>
                  </a:lnTo>
                  <a:lnTo>
                    <a:pt x="757936" y="351536"/>
                  </a:lnTo>
                  <a:lnTo>
                    <a:pt x="732789" y="281432"/>
                  </a:lnTo>
                  <a:lnTo>
                    <a:pt x="614299" y="281432"/>
                  </a:lnTo>
                  <a:lnTo>
                    <a:pt x="590296" y="351536"/>
                  </a:lnTo>
                  <a:lnTo>
                    <a:pt x="522097" y="351536"/>
                  </a:lnTo>
                  <a:lnTo>
                    <a:pt x="659892" y="1270"/>
                  </a:lnTo>
                  <a:close/>
                </a:path>
                <a:path w="2203450" h="357505">
                  <a:moveTo>
                    <a:pt x="2099183" y="0"/>
                  </a:moveTo>
                  <a:lnTo>
                    <a:pt x="2127113" y="1404"/>
                  </a:lnTo>
                  <a:lnTo>
                    <a:pt x="2151078" y="5619"/>
                  </a:lnTo>
                  <a:lnTo>
                    <a:pt x="2171066" y="12644"/>
                  </a:lnTo>
                  <a:lnTo>
                    <a:pt x="2187067" y="22478"/>
                  </a:lnTo>
                  <a:lnTo>
                    <a:pt x="2168525" y="75311"/>
                  </a:lnTo>
                  <a:lnTo>
                    <a:pt x="2152118" y="65216"/>
                  </a:lnTo>
                  <a:lnTo>
                    <a:pt x="2135282" y="57991"/>
                  </a:lnTo>
                  <a:lnTo>
                    <a:pt x="2118018" y="53647"/>
                  </a:lnTo>
                  <a:lnTo>
                    <a:pt x="2100326" y="52197"/>
                  </a:lnTo>
                  <a:lnTo>
                    <a:pt x="2090275" y="52889"/>
                  </a:lnTo>
                  <a:lnTo>
                    <a:pt x="2058638" y="76263"/>
                  </a:lnTo>
                  <a:lnTo>
                    <a:pt x="2055749" y="92583"/>
                  </a:lnTo>
                  <a:lnTo>
                    <a:pt x="2059866" y="107584"/>
                  </a:lnTo>
                  <a:lnTo>
                    <a:pt x="2072211" y="122872"/>
                  </a:lnTo>
                  <a:lnTo>
                    <a:pt x="2092771" y="138445"/>
                  </a:lnTo>
                  <a:lnTo>
                    <a:pt x="2121535" y="154305"/>
                  </a:lnTo>
                  <a:lnTo>
                    <a:pt x="2137658" y="162615"/>
                  </a:lnTo>
                  <a:lnTo>
                    <a:pt x="2151364" y="170592"/>
                  </a:lnTo>
                  <a:lnTo>
                    <a:pt x="2185066" y="201041"/>
                  </a:lnTo>
                  <a:lnTo>
                    <a:pt x="2200941" y="238934"/>
                  </a:lnTo>
                  <a:lnTo>
                    <a:pt x="2202942" y="261238"/>
                  </a:lnTo>
                  <a:lnTo>
                    <a:pt x="2200870" y="281267"/>
                  </a:lnTo>
                  <a:lnTo>
                    <a:pt x="2184296" y="315799"/>
                  </a:lnTo>
                  <a:lnTo>
                    <a:pt x="2151816" y="342161"/>
                  </a:lnTo>
                  <a:lnTo>
                    <a:pt x="2107430" y="355687"/>
                  </a:lnTo>
                  <a:lnTo>
                    <a:pt x="2081022" y="357377"/>
                  </a:lnTo>
                  <a:lnTo>
                    <a:pt x="2057421" y="355828"/>
                  </a:lnTo>
                  <a:lnTo>
                    <a:pt x="2035000" y="351170"/>
                  </a:lnTo>
                  <a:lnTo>
                    <a:pt x="2013745" y="343394"/>
                  </a:lnTo>
                  <a:lnTo>
                    <a:pt x="1993646" y="332486"/>
                  </a:lnTo>
                  <a:lnTo>
                    <a:pt x="2016379" y="277495"/>
                  </a:lnTo>
                  <a:lnTo>
                    <a:pt x="2034424" y="288643"/>
                  </a:lnTo>
                  <a:lnTo>
                    <a:pt x="2052351" y="296576"/>
                  </a:lnTo>
                  <a:lnTo>
                    <a:pt x="2070135" y="301319"/>
                  </a:lnTo>
                  <a:lnTo>
                    <a:pt x="2087752" y="302895"/>
                  </a:lnTo>
                  <a:lnTo>
                    <a:pt x="2111422" y="300537"/>
                  </a:lnTo>
                  <a:lnTo>
                    <a:pt x="2128329" y="293465"/>
                  </a:lnTo>
                  <a:lnTo>
                    <a:pt x="2138473" y="281678"/>
                  </a:lnTo>
                  <a:lnTo>
                    <a:pt x="2141855" y="265175"/>
                  </a:lnTo>
                  <a:lnTo>
                    <a:pt x="2141049" y="256434"/>
                  </a:lnTo>
                  <a:lnTo>
                    <a:pt x="2121082" y="223206"/>
                  </a:lnTo>
                  <a:lnTo>
                    <a:pt x="2076577" y="195452"/>
                  </a:lnTo>
                  <a:lnTo>
                    <a:pt x="2058364" y="185975"/>
                  </a:lnTo>
                  <a:lnTo>
                    <a:pt x="2043366" y="177355"/>
                  </a:lnTo>
                  <a:lnTo>
                    <a:pt x="2010822" y="148637"/>
                  </a:lnTo>
                  <a:lnTo>
                    <a:pt x="1994862" y="103489"/>
                  </a:lnTo>
                  <a:lnTo>
                    <a:pt x="1994408" y="92963"/>
                  </a:lnTo>
                  <a:lnTo>
                    <a:pt x="1996241" y="73796"/>
                  </a:lnTo>
                  <a:lnTo>
                    <a:pt x="2023745" y="26416"/>
                  </a:lnTo>
                  <a:lnTo>
                    <a:pt x="2057272" y="6635"/>
                  </a:lnTo>
                  <a:lnTo>
                    <a:pt x="2077180" y="1662"/>
                  </a:lnTo>
                  <a:lnTo>
                    <a:pt x="2099183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1140" y="860805"/>
            <a:ext cx="7791450" cy="54737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09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8 levels 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interrupts.</a:t>
            </a:r>
            <a:endParaRPr sz="2400">
              <a:latin typeface="Times New Roman"/>
              <a:cs typeface="Times New Roman"/>
            </a:endParaRPr>
          </a:p>
          <a:p>
            <a:pPr marL="286385" marR="250190" indent="-274320">
              <a:lnSpc>
                <a:spcPts val="2590"/>
              </a:lnSpc>
              <a:spcBef>
                <a:spcPts val="64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Can be cascaded in </a:t>
            </a:r>
            <a:r>
              <a:rPr sz="2400" spc="-5" dirty="0">
                <a:latin typeface="Times New Roman"/>
                <a:cs typeface="Times New Roman"/>
              </a:rPr>
              <a:t>master-slave </a:t>
            </a:r>
            <a:r>
              <a:rPr sz="2400" dirty="0">
                <a:latin typeface="Times New Roman"/>
                <a:cs typeface="Times New Roman"/>
              </a:rPr>
              <a:t>configuration to handle </a:t>
            </a:r>
            <a:r>
              <a:rPr sz="2400" spc="-254" dirty="0">
                <a:latin typeface="Times New Roman"/>
                <a:cs typeface="Times New Roman"/>
              </a:rPr>
              <a:t>64  </a:t>
            </a:r>
            <a:r>
              <a:rPr sz="2400" dirty="0">
                <a:latin typeface="Times New Roman"/>
                <a:cs typeface="Times New Roman"/>
              </a:rPr>
              <a:t>levels 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interrupts.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8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Internal priority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resolver.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Fixed priority </a:t>
            </a:r>
            <a:r>
              <a:rPr sz="2400" spc="-5" dirty="0">
                <a:latin typeface="Times New Roman"/>
                <a:cs typeface="Times New Roman"/>
              </a:rPr>
              <a:t>mode </a:t>
            </a:r>
            <a:r>
              <a:rPr sz="2400" dirty="0">
                <a:latin typeface="Times New Roman"/>
                <a:cs typeface="Times New Roman"/>
              </a:rPr>
              <a:t>and rotating priority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Individually </a:t>
            </a:r>
            <a:r>
              <a:rPr sz="2400" spc="-5" dirty="0">
                <a:latin typeface="Times New Roman"/>
                <a:cs typeface="Times New Roman"/>
              </a:rPr>
              <a:t>maskable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interrupts.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Modes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masks </a:t>
            </a:r>
            <a:r>
              <a:rPr sz="2400" dirty="0">
                <a:latin typeface="Times New Roman"/>
                <a:cs typeface="Times New Roman"/>
              </a:rPr>
              <a:t>can be changed</a:t>
            </a:r>
            <a:r>
              <a:rPr sz="2400" spc="-15" dirty="0">
                <a:latin typeface="Times New Roman"/>
                <a:cs typeface="Times New Roman"/>
              </a:rPr>
              <a:t> dynamically.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4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Accepts </a:t>
            </a:r>
            <a:r>
              <a:rPr sz="2400" dirty="0">
                <a:latin typeface="Times New Roman"/>
                <a:cs typeface="Times New Roman"/>
              </a:rPr>
              <a:t>IRQ, determines </a:t>
            </a:r>
            <a:r>
              <a:rPr sz="2400" spc="-20" dirty="0">
                <a:latin typeface="Times New Roman"/>
                <a:cs typeface="Times New Roman"/>
              </a:rPr>
              <a:t>priority, </a:t>
            </a:r>
            <a:r>
              <a:rPr sz="2400" dirty="0">
                <a:latin typeface="Times New Roman"/>
                <a:cs typeface="Times New Roman"/>
              </a:rPr>
              <a:t>checks whether </a:t>
            </a:r>
            <a:r>
              <a:rPr sz="2400" spc="-5" dirty="0">
                <a:latin typeface="Times New Roman"/>
                <a:cs typeface="Times New Roman"/>
              </a:rPr>
              <a:t>incoming  </a:t>
            </a:r>
            <a:r>
              <a:rPr sz="2400" dirty="0">
                <a:latin typeface="Times New Roman"/>
                <a:cs typeface="Times New Roman"/>
              </a:rPr>
              <a:t>priority &gt; current level being serviced, issues interrupt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286385" marR="445134" indent="-274320">
              <a:lnSpc>
                <a:spcPts val="259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In 8085 </a:t>
            </a:r>
            <a:r>
              <a:rPr sz="2400" spc="-5" dirty="0">
                <a:latin typeface="Times New Roman"/>
                <a:cs typeface="Times New Roman"/>
              </a:rPr>
              <a:t>mode, </a:t>
            </a:r>
            <a:r>
              <a:rPr sz="2400" dirty="0">
                <a:latin typeface="Times New Roman"/>
                <a:cs typeface="Times New Roman"/>
              </a:rPr>
              <a:t>provides 3 byte </a:t>
            </a:r>
            <a:r>
              <a:rPr sz="2400" spc="-5" dirty="0">
                <a:latin typeface="Times New Roman"/>
                <a:cs typeface="Times New Roman"/>
              </a:rPr>
              <a:t>CALL </a:t>
            </a:r>
            <a:r>
              <a:rPr sz="2400" dirty="0">
                <a:latin typeface="Times New Roman"/>
                <a:cs typeface="Times New Roman"/>
              </a:rPr>
              <a:t>instruction. In </a:t>
            </a:r>
            <a:r>
              <a:rPr sz="2400" spc="-135" dirty="0">
                <a:latin typeface="Times New Roman"/>
                <a:cs typeface="Times New Roman"/>
              </a:rPr>
              <a:t>8086  </a:t>
            </a:r>
            <a:r>
              <a:rPr sz="2400" spc="-5" dirty="0">
                <a:latin typeface="Times New Roman"/>
                <a:cs typeface="Times New Roman"/>
              </a:rPr>
              <a:t>mode, </a:t>
            </a:r>
            <a:r>
              <a:rPr sz="2400" dirty="0">
                <a:latin typeface="Times New Roman"/>
                <a:cs typeface="Times New Roman"/>
              </a:rPr>
              <a:t>provides 8 bit vector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number.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8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Polled and vectored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Starting address of </a:t>
            </a:r>
            <a:r>
              <a:rPr sz="2400" spc="-5" dirty="0">
                <a:latin typeface="Times New Roman"/>
                <a:cs typeface="Times New Roman"/>
              </a:rPr>
              <a:t>ISR </a:t>
            </a:r>
            <a:r>
              <a:rPr sz="2400" dirty="0">
                <a:latin typeface="Times New Roman"/>
                <a:cs typeface="Times New Roman"/>
              </a:rPr>
              <a:t>or vector </a:t>
            </a:r>
            <a:r>
              <a:rPr sz="2400" spc="-5" dirty="0">
                <a:latin typeface="Times New Roman"/>
                <a:cs typeface="Times New Roman"/>
              </a:rPr>
              <a:t>number 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programmable.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No </a:t>
            </a:r>
            <a:r>
              <a:rPr sz="2400" dirty="0">
                <a:latin typeface="Times New Roman"/>
                <a:cs typeface="Times New Roman"/>
              </a:rPr>
              <a:t>clock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79777" y="679195"/>
            <a:ext cx="3638550" cy="359410"/>
            <a:chOff x="1779777" y="679195"/>
            <a:chExt cx="3638550" cy="359410"/>
          </a:xfrm>
        </p:grpSpPr>
        <p:sp>
          <p:nvSpPr>
            <p:cNvPr id="3" name="object 3"/>
            <p:cNvSpPr/>
            <p:nvPr/>
          </p:nvSpPr>
          <p:spPr>
            <a:xfrm>
              <a:off x="1780666" y="680084"/>
              <a:ext cx="3636772" cy="357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86556" y="787145"/>
              <a:ext cx="1009650" cy="127635"/>
            </a:xfrm>
            <a:custGeom>
              <a:avLst/>
              <a:gdLst/>
              <a:ahLst/>
              <a:cxnLst/>
              <a:rect l="l" t="t" r="r" b="b"/>
              <a:pathLst>
                <a:path w="1009650" h="127634">
                  <a:moveTo>
                    <a:pt x="968120" y="0"/>
                  </a:moveTo>
                  <a:lnTo>
                    <a:pt x="926592" y="127634"/>
                  </a:lnTo>
                  <a:lnTo>
                    <a:pt x="1009650" y="127634"/>
                  </a:lnTo>
                  <a:lnTo>
                    <a:pt x="968120" y="0"/>
                  </a:lnTo>
                  <a:close/>
                </a:path>
                <a:path w="1009650" h="127634">
                  <a:moveTo>
                    <a:pt x="41529" y="0"/>
                  </a:moveTo>
                  <a:lnTo>
                    <a:pt x="0" y="127634"/>
                  </a:lnTo>
                  <a:lnTo>
                    <a:pt x="83057" y="127634"/>
                  </a:lnTo>
                  <a:lnTo>
                    <a:pt x="4152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6563" y="737361"/>
              <a:ext cx="132842" cy="2407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1118" y="737361"/>
              <a:ext cx="106933" cy="1153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04792" y="737234"/>
              <a:ext cx="101853" cy="10058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6230" y="733678"/>
              <a:ext cx="176402" cy="25031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0666" y="680084"/>
              <a:ext cx="3637279" cy="357505"/>
            </a:xfrm>
            <a:custGeom>
              <a:avLst/>
              <a:gdLst/>
              <a:ahLst/>
              <a:cxnLst/>
              <a:rect l="l" t="t" r="r" b="b"/>
              <a:pathLst>
                <a:path w="3637279" h="357505">
                  <a:moveTo>
                    <a:pt x="3409187" y="6095"/>
                  </a:moveTo>
                  <a:lnTo>
                    <a:pt x="3636772" y="6095"/>
                  </a:lnTo>
                  <a:lnTo>
                    <a:pt x="3636772" y="60578"/>
                  </a:lnTo>
                  <a:lnTo>
                    <a:pt x="3470529" y="60578"/>
                  </a:lnTo>
                  <a:lnTo>
                    <a:pt x="3470529" y="141477"/>
                  </a:lnTo>
                  <a:lnTo>
                    <a:pt x="3591941" y="141477"/>
                  </a:lnTo>
                  <a:lnTo>
                    <a:pt x="3591941" y="193675"/>
                  </a:lnTo>
                  <a:lnTo>
                    <a:pt x="3470529" y="193675"/>
                  </a:lnTo>
                  <a:lnTo>
                    <a:pt x="3470529" y="351663"/>
                  </a:lnTo>
                  <a:lnTo>
                    <a:pt x="3409187" y="351663"/>
                  </a:lnTo>
                  <a:lnTo>
                    <a:pt x="3409187" y="6095"/>
                  </a:lnTo>
                  <a:close/>
                </a:path>
                <a:path w="3637279" h="357505">
                  <a:moveTo>
                    <a:pt x="2602230" y="6095"/>
                  </a:moveTo>
                  <a:lnTo>
                    <a:pt x="2634742" y="6095"/>
                  </a:lnTo>
                  <a:lnTo>
                    <a:pt x="2709545" y="238887"/>
                  </a:lnTo>
                  <a:lnTo>
                    <a:pt x="2782697" y="6095"/>
                  </a:lnTo>
                  <a:lnTo>
                    <a:pt x="2814955" y="6095"/>
                  </a:lnTo>
                  <a:lnTo>
                    <a:pt x="2885567" y="351916"/>
                  </a:lnTo>
                  <a:lnTo>
                    <a:pt x="2826131" y="351916"/>
                  </a:lnTo>
                  <a:lnTo>
                    <a:pt x="2790190" y="165480"/>
                  </a:lnTo>
                  <a:lnTo>
                    <a:pt x="2720721" y="356362"/>
                  </a:lnTo>
                  <a:lnTo>
                    <a:pt x="2698749" y="356362"/>
                  </a:lnTo>
                  <a:lnTo>
                    <a:pt x="2629154" y="165480"/>
                  </a:lnTo>
                  <a:lnTo>
                    <a:pt x="2591816" y="351916"/>
                  </a:lnTo>
                  <a:lnTo>
                    <a:pt x="2532634" y="351916"/>
                  </a:lnTo>
                  <a:lnTo>
                    <a:pt x="2602230" y="6095"/>
                  </a:lnTo>
                  <a:close/>
                </a:path>
                <a:path w="3637279" h="357505">
                  <a:moveTo>
                    <a:pt x="1197483" y="6095"/>
                  </a:moveTo>
                  <a:lnTo>
                    <a:pt x="1258824" y="6095"/>
                  </a:lnTo>
                  <a:lnTo>
                    <a:pt x="1258824" y="351663"/>
                  </a:lnTo>
                  <a:lnTo>
                    <a:pt x="1197483" y="351663"/>
                  </a:lnTo>
                  <a:lnTo>
                    <a:pt x="1197483" y="6095"/>
                  </a:lnTo>
                  <a:close/>
                </a:path>
                <a:path w="3637279" h="357505">
                  <a:moveTo>
                    <a:pt x="417575" y="6095"/>
                  </a:moveTo>
                  <a:lnTo>
                    <a:pt x="447039" y="6095"/>
                  </a:lnTo>
                  <a:lnTo>
                    <a:pt x="610234" y="214629"/>
                  </a:lnTo>
                  <a:lnTo>
                    <a:pt x="610234" y="6095"/>
                  </a:lnTo>
                  <a:lnTo>
                    <a:pt x="669163" y="6095"/>
                  </a:lnTo>
                  <a:lnTo>
                    <a:pt x="669163" y="356362"/>
                  </a:lnTo>
                  <a:lnTo>
                    <a:pt x="644270" y="356362"/>
                  </a:lnTo>
                  <a:lnTo>
                    <a:pt x="476503" y="137667"/>
                  </a:lnTo>
                  <a:lnTo>
                    <a:pt x="476503" y="351916"/>
                  </a:lnTo>
                  <a:lnTo>
                    <a:pt x="417575" y="351916"/>
                  </a:lnTo>
                  <a:lnTo>
                    <a:pt x="417575" y="6095"/>
                  </a:lnTo>
                  <a:close/>
                </a:path>
                <a:path w="3637279" h="357505">
                  <a:moveTo>
                    <a:pt x="284606" y="6095"/>
                  </a:moveTo>
                  <a:lnTo>
                    <a:pt x="345947" y="6095"/>
                  </a:lnTo>
                  <a:lnTo>
                    <a:pt x="345947" y="351663"/>
                  </a:lnTo>
                  <a:lnTo>
                    <a:pt x="284606" y="351663"/>
                  </a:lnTo>
                  <a:lnTo>
                    <a:pt x="284606" y="6095"/>
                  </a:lnTo>
                  <a:close/>
                </a:path>
                <a:path w="3637279" h="357505">
                  <a:moveTo>
                    <a:pt x="977645" y="3682"/>
                  </a:moveTo>
                  <a:lnTo>
                    <a:pt x="1045289" y="14747"/>
                  </a:lnTo>
                  <a:lnTo>
                    <a:pt x="1097407" y="48005"/>
                  </a:lnTo>
                  <a:lnTo>
                    <a:pt x="1130554" y="99440"/>
                  </a:lnTo>
                  <a:lnTo>
                    <a:pt x="1141602" y="165353"/>
                  </a:lnTo>
                  <a:lnTo>
                    <a:pt x="1136617" y="222281"/>
                  </a:lnTo>
                  <a:lnTo>
                    <a:pt x="1121659" y="268859"/>
                  </a:lnTo>
                  <a:lnTo>
                    <a:pt x="1096724" y="305085"/>
                  </a:lnTo>
                  <a:lnTo>
                    <a:pt x="1061809" y="330962"/>
                  </a:lnTo>
                  <a:lnTo>
                    <a:pt x="1016910" y="346487"/>
                  </a:lnTo>
                  <a:lnTo>
                    <a:pt x="962025" y="351663"/>
                  </a:lnTo>
                  <a:lnTo>
                    <a:pt x="885444" y="351663"/>
                  </a:lnTo>
                  <a:lnTo>
                    <a:pt x="885444" y="6350"/>
                  </a:lnTo>
                  <a:lnTo>
                    <a:pt x="918710" y="5183"/>
                  </a:lnTo>
                  <a:lnTo>
                    <a:pt x="945165" y="4349"/>
                  </a:lnTo>
                  <a:lnTo>
                    <a:pt x="964811" y="3849"/>
                  </a:lnTo>
                  <a:lnTo>
                    <a:pt x="977645" y="3682"/>
                  </a:lnTo>
                  <a:close/>
                </a:path>
                <a:path w="3637279" h="357505">
                  <a:moveTo>
                    <a:pt x="71627" y="3682"/>
                  </a:moveTo>
                  <a:lnTo>
                    <a:pt x="109825" y="5254"/>
                  </a:lnTo>
                  <a:lnTo>
                    <a:pt x="169693" y="17827"/>
                  </a:lnTo>
                  <a:lnTo>
                    <a:pt x="207964" y="43164"/>
                  </a:lnTo>
                  <a:lnTo>
                    <a:pt x="226875" y="82407"/>
                  </a:lnTo>
                  <a:lnTo>
                    <a:pt x="229234" y="107314"/>
                  </a:lnTo>
                  <a:lnTo>
                    <a:pt x="223627" y="150108"/>
                  </a:lnTo>
                  <a:lnTo>
                    <a:pt x="206809" y="183393"/>
                  </a:lnTo>
                  <a:lnTo>
                    <a:pt x="178787" y="207167"/>
                  </a:lnTo>
                  <a:lnTo>
                    <a:pt x="139566" y="221432"/>
                  </a:lnTo>
                  <a:lnTo>
                    <a:pt x="89153" y="226187"/>
                  </a:lnTo>
                  <a:lnTo>
                    <a:pt x="83486" y="226089"/>
                  </a:lnTo>
                  <a:lnTo>
                    <a:pt x="76962" y="225790"/>
                  </a:lnTo>
                  <a:lnTo>
                    <a:pt x="69580" y="225276"/>
                  </a:lnTo>
                  <a:lnTo>
                    <a:pt x="61340" y="224536"/>
                  </a:lnTo>
                  <a:lnTo>
                    <a:pt x="61340" y="351663"/>
                  </a:lnTo>
                  <a:lnTo>
                    <a:pt x="0" y="351663"/>
                  </a:lnTo>
                  <a:lnTo>
                    <a:pt x="0" y="6350"/>
                  </a:lnTo>
                  <a:lnTo>
                    <a:pt x="27479" y="5183"/>
                  </a:lnTo>
                  <a:lnTo>
                    <a:pt x="48577" y="4349"/>
                  </a:lnTo>
                  <a:lnTo>
                    <a:pt x="63293" y="3849"/>
                  </a:lnTo>
                  <a:lnTo>
                    <a:pt x="71627" y="3682"/>
                  </a:lnTo>
                  <a:close/>
                </a:path>
                <a:path w="3637279" h="357505">
                  <a:moveTo>
                    <a:pt x="2360548" y="1397"/>
                  </a:moveTo>
                  <a:lnTo>
                    <a:pt x="2387472" y="1397"/>
                  </a:lnTo>
                  <a:lnTo>
                    <a:pt x="2526410" y="351663"/>
                  </a:lnTo>
                  <a:lnTo>
                    <a:pt x="2458720" y="351663"/>
                  </a:lnTo>
                  <a:lnTo>
                    <a:pt x="2433447" y="281559"/>
                  </a:lnTo>
                  <a:lnTo>
                    <a:pt x="2315083" y="281559"/>
                  </a:lnTo>
                  <a:lnTo>
                    <a:pt x="2290953" y="351663"/>
                  </a:lnTo>
                  <a:lnTo>
                    <a:pt x="2226945" y="351663"/>
                  </a:lnTo>
                  <a:lnTo>
                    <a:pt x="2222754" y="351663"/>
                  </a:lnTo>
                  <a:lnTo>
                    <a:pt x="2156206" y="351663"/>
                  </a:lnTo>
                  <a:lnTo>
                    <a:pt x="2064004" y="208914"/>
                  </a:lnTo>
                  <a:lnTo>
                    <a:pt x="2056340" y="208746"/>
                  </a:lnTo>
                  <a:lnTo>
                    <a:pt x="2047271" y="208422"/>
                  </a:lnTo>
                  <a:lnTo>
                    <a:pt x="2036822" y="207932"/>
                  </a:lnTo>
                  <a:lnTo>
                    <a:pt x="2025015" y="207263"/>
                  </a:lnTo>
                  <a:lnTo>
                    <a:pt x="2025015" y="351663"/>
                  </a:lnTo>
                  <a:lnTo>
                    <a:pt x="1961387" y="351663"/>
                  </a:lnTo>
                  <a:lnTo>
                    <a:pt x="1961387" y="6095"/>
                  </a:lnTo>
                  <a:lnTo>
                    <a:pt x="1965797" y="5978"/>
                  </a:lnTo>
                  <a:lnTo>
                    <a:pt x="1973897" y="5635"/>
                  </a:lnTo>
                  <a:lnTo>
                    <a:pt x="1985712" y="5078"/>
                  </a:lnTo>
                  <a:lnTo>
                    <a:pt x="2001266" y="4317"/>
                  </a:lnTo>
                  <a:lnTo>
                    <a:pt x="2017748" y="3557"/>
                  </a:lnTo>
                  <a:lnTo>
                    <a:pt x="2032539" y="3000"/>
                  </a:lnTo>
                  <a:lnTo>
                    <a:pt x="2045664" y="2657"/>
                  </a:lnTo>
                  <a:lnTo>
                    <a:pt x="2057145" y="2539"/>
                  </a:lnTo>
                  <a:lnTo>
                    <a:pt x="2114726" y="8899"/>
                  </a:lnTo>
                  <a:lnTo>
                    <a:pt x="2155840" y="27987"/>
                  </a:lnTo>
                  <a:lnTo>
                    <a:pt x="2180500" y="59815"/>
                  </a:lnTo>
                  <a:lnTo>
                    <a:pt x="2188718" y="104393"/>
                  </a:lnTo>
                  <a:lnTo>
                    <a:pt x="2187576" y="119395"/>
                  </a:lnTo>
                  <a:lnTo>
                    <a:pt x="2170557" y="160400"/>
                  </a:lnTo>
                  <a:lnTo>
                    <a:pt x="2138052" y="189868"/>
                  </a:lnTo>
                  <a:lnTo>
                    <a:pt x="2124836" y="195961"/>
                  </a:lnTo>
                  <a:lnTo>
                    <a:pt x="2224405" y="347725"/>
                  </a:lnTo>
                  <a:lnTo>
                    <a:pt x="2360548" y="1397"/>
                  </a:lnTo>
                  <a:close/>
                </a:path>
                <a:path w="3637279" h="357505">
                  <a:moveTo>
                    <a:pt x="1433957" y="1397"/>
                  </a:moveTo>
                  <a:lnTo>
                    <a:pt x="1460881" y="1397"/>
                  </a:lnTo>
                  <a:lnTo>
                    <a:pt x="1599819" y="351663"/>
                  </a:lnTo>
                  <a:lnTo>
                    <a:pt x="1532128" y="351663"/>
                  </a:lnTo>
                  <a:lnTo>
                    <a:pt x="1506855" y="281559"/>
                  </a:lnTo>
                  <a:lnTo>
                    <a:pt x="1388490" y="281559"/>
                  </a:lnTo>
                  <a:lnTo>
                    <a:pt x="1364360" y="351663"/>
                  </a:lnTo>
                  <a:lnTo>
                    <a:pt x="1296162" y="351663"/>
                  </a:lnTo>
                  <a:lnTo>
                    <a:pt x="1433957" y="1397"/>
                  </a:lnTo>
                  <a:close/>
                </a:path>
                <a:path w="3637279" h="357505">
                  <a:moveTo>
                    <a:pt x="1795271" y="126"/>
                  </a:moveTo>
                  <a:lnTo>
                    <a:pt x="1822606" y="2266"/>
                  </a:lnTo>
                  <a:lnTo>
                    <a:pt x="1847834" y="8667"/>
                  </a:lnTo>
                  <a:lnTo>
                    <a:pt x="1870942" y="19307"/>
                  </a:lnTo>
                  <a:lnTo>
                    <a:pt x="1891919" y="34162"/>
                  </a:lnTo>
                  <a:lnTo>
                    <a:pt x="1866265" y="83438"/>
                  </a:lnTo>
                  <a:lnTo>
                    <a:pt x="1860097" y="78603"/>
                  </a:lnTo>
                  <a:lnTo>
                    <a:pt x="1852453" y="73802"/>
                  </a:lnTo>
                  <a:lnTo>
                    <a:pt x="1811686" y="57118"/>
                  </a:lnTo>
                  <a:lnTo>
                    <a:pt x="1793874" y="54737"/>
                  </a:lnTo>
                  <a:lnTo>
                    <a:pt x="1769703" y="56884"/>
                  </a:lnTo>
                  <a:lnTo>
                    <a:pt x="1729456" y="74132"/>
                  </a:lnTo>
                  <a:lnTo>
                    <a:pt x="1700448" y="107997"/>
                  </a:lnTo>
                  <a:lnTo>
                    <a:pt x="1685728" y="154289"/>
                  </a:lnTo>
                  <a:lnTo>
                    <a:pt x="1683893" y="181863"/>
                  </a:lnTo>
                  <a:lnTo>
                    <a:pt x="1685702" y="208029"/>
                  </a:lnTo>
                  <a:lnTo>
                    <a:pt x="1700180" y="252122"/>
                  </a:lnTo>
                  <a:lnTo>
                    <a:pt x="1728561" y="284483"/>
                  </a:lnTo>
                  <a:lnTo>
                    <a:pt x="1767891" y="300970"/>
                  </a:lnTo>
                  <a:lnTo>
                    <a:pt x="1791461" y="303022"/>
                  </a:lnTo>
                  <a:lnTo>
                    <a:pt x="1807128" y="301902"/>
                  </a:lnTo>
                  <a:lnTo>
                    <a:pt x="1845436" y="285114"/>
                  </a:lnTo>
                  <a:lnTo>
                    <a:pt x="1845436" y="217169"/>
                  </a:lnTo>
                  <a:lnTo>
                    <a:pt x="1797558" y="217169"/>
                  </a:lnTo>
                  <a:lnTo>
                    <a:pt x="1797558" y="164845"/>
                  </a:lnTo>
                  <a:lnTo>
                    <a:pt x="1906778" y="164845"/>
                  </a:lnTo>
                  <a:lnTo>
                    <a:pt x="1906778" y="319531"/>
                  </a:lnTo>
                  <a:lnTo>
                    <a:pt x="1866844" y="341999"/>
                  </a:lnTo>
                  <a:lnTo>
                    <a:pt x="1815877" y="355012"/>
                  </a:lnTo>
                  <a:lnTo>
                    <a:pt x="1781556" y="357504"/>
                  </a:lnTo>
                  <a:lnTo>
                    <a:pt x="1746335" y="354476"/>
                  </a:lnTo>
                  <a:lnTo>
                    <a:pt x="1687419" y="330180"/>
                  </a:lnTo>
                  <a:lnTo>
                    <a:pt x="1644697" y="282529"/>
                  </a:lnTo>
                  <a:lnTo>
                    <a:pt x="1622980" y="218191"/>
                  </a:lnTo>
                  <a:lnTo>
                    <a:pt x="1620266" y="180212"/>
                  </a:lnTo>
                  <a:lnTo>
                    <a:pt x="1623220" y="142087"/>
                  </a:lnTo>
                  <a:lnTo>
                    <a:pt x="1646894" y="77075"/>
                  </a:lnTo>
                  <a:lnTo>
                    <a:pt x="1693402" y="28309"/>
                  </a:lnTo>
                  <a:lnTo>
                    <a:pt x="1757219" y="3266"/>
                  </a:lnTo>
                  <a:lnTo>
                    <a:pt x="1795271" y="126"/>
                  </a:lnTo>
                  <a:close/>
                </a:path>
                <a:path w="3637279" h="357505">
                  <a:moveTo>
                    <a:pt x="3201416" y="0"/>
                  </a:moveTo>
                  <a:lnTo>
                    <a:pt x="3267138" y="11541"/>
                  </a:lnTo>
                  <a:lnTo>
                    <a:pt x="3315334" y="46227"/>
                  </a:lnTo>
                  <a:lnTo>
                    <a:pt x="3344878" y="101726"/>
                  </a:lnTo>
                  <a:lnTo>
                    <a:pt x="3354704" y="175894"/>
                  </a:lnTo>
                  <a:lnTo>
                    <a:pt x="3352133" y="215542"/>
                  </a:lnTo>
                  <a:lnTo>
                    <a:pt x="3331559" y="281836"/>
                  </a:lnTo>
                  <a:lnTo>
                    <a:pt x="3290818" y="329965"/>
                  </a:lnTo>
                  <a:lnTo>
                    <a:pt x="3232386" y="354453"/>
                  </a:lnTo>
                  <a:lnTo>
                    <a:pt x="3196717" y="357504"/>
                  </a:lnTo>
                  <a:lnTo>
                    <a:pt x="3163901" y="354478"/>
                  </a:lnTo>
                  <a:lnTo>
                    <a:pt x="3110509" y="330233"/>
                  </a:lnTo>
                  <a:lnTo>
                    <a:pt x="3073667" y="282461"/>
                  </a:lnTo>
                  <a:lnTo>
                    <a:pt x="3055137" y="215925"/>
                  </a:lnTo>
                  <a:lnTo>
                    <a:pt x="3052825" y="175894"/>
                  </a:lnTo>
                  <a:lnTo>
                    <a:pt x="3055350" y="140440"/>
                  </a:lnTo>
                  <a:lnTo>
                    <a:pt x="3075543" y="78007"/>
                  </a:lnTo>
                  <a:lnTo>
                    <a:pt x="3115173" y="28717"/>
                  </a:lnTo>
                  <a:lnTo>
                    <a:pt x="3169239" y="3190"/>
                  </a:lnTo>
                  <a:lnTo>
                    <a:pt x="3201416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607811" y="679195"/>
            <a:ext cx="1080135" cy="360045"/>
            <a:chOff x="5607811" y="679195"/>
            <a:chExt cx="1080135" cy="360045"/>
          </a:xfrm>
        </p:grpSpPr>
        <p:sp>
          <p:nvSpPr>
            <p:cNvPr id="11" name="object 11"/>
            <p:cNvSpPr/>
            <p:nvPr/>
          </p:nvSpPr>
          <p:spPr>
            <a:xfrm>
              <a:off x="5608700" y="680084"/>
              <a:ext cx="1077849" cy="35826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9152" y="866393"/>
              <a:ext cx="105790" cy="11887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20561" y="731265"/>
              <a:ext cx="103124" cy="1249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81725" y="731265"/>
              <a:ext cx="80010" cy="8864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08700" y="680084"/>
              <a:ext cx="1078230" cy="358775"/>
            </a:xfrm>
            <a:custGeom>
              <a:avLst/>
              <a:gdLst/>
              <a:ahLst/>
              <a:cxnLst/>
              <a:rect l="l" t="t" r="r" b="b"/>
              <a:pathLst>
                <a:path w="1078229" h="358775">
                  <a:moveTo>
                    <a:pt x="588010" y="4699"/>
                  </a:moveTo>
                  <a:lnTo>
                    <a:pt x="774064" y="4699"/>
                  </a:lnTo>
                  <a:lnTo>
                    <a:pt x="774064" y="56768"/>
                  </a:lnTo>
                  <a:lnTo>
                    <a:pt x="646938" y="56768"/>
                  </a:lnTo>
                  <a:lnTo>
                    <a:pt x="646938" y="118617"/>
                  </a:lnTo>
                  <a:lnTo>
                    <a:pt x="655127" y="115524"/>
                  </a:lnTo>
                  <a:lnTo>
                    <a:pt x="664067" y="113299"/>
                  </a:lnTo>
                  <a:lnTo>
                    <a:pt x="673744" y="111956"/>
                  </a:lnTo>
                  <a:lnTo>
                    <a:pt x="684149" y="111505"/>
                  </a:lnTo>
                  <a:lnTo>
                    <a:pt x="708199" y="113359"/>
                  </a:lnTo>
                  <a:lnTo>
                    <a:pt x="747442" y="128115"/>
                  </a:lnTo>
                  <a:lnTo>
                    <a:pt x="774636" y="157259"/>
                  </a:lnTo>
                  <a:lnTo>
                    <a:pt x="788352" y="199030"/>
                  </a:lnTo>
                  <a:lnTo>
                    <a:pt x="790066" y="224536"/>
                  </a:lnTo>
                  <a:lnTo>
                    <a:pt x="785158" y="271993"/>
                  </a:lnTo>
                  <a:lnTo>
                    <a:pt x="770429" y="308904"/>
                  </a:lnTo>
                  <a:lnTo>
                    <a:pt x="745874" y="335269"/>
                  </a:lnTo>
                  <a:lnTo>
                    <a:pt x="711485" y="351088"/>
                  </a:lnTo>
                  <a:lnTo>
                    <a:pt x="667258" y="356362"/>
                  </a:lnTo>
                  <a:lnTo>
                    <a:pt x="642560" y="354433"/>
                  </a:lnTo>
                  <a:lnTo>
                    <a:pt x="619506" y="348646"/>
                  </a:lnTo>
                  <a:lnTo>
                    <a:pt x="598070" y="339002"/>
                  </a:lnTo>
                  <a:lnTo>
                    <a:pt x="578231" y="325500"/>
                  </a:lnTo>
                  <a:lnTo>
                    <a:pt x="602614" y="274954"/>
                  </a:lnTo>
                  <a:lnTo>
                    <a:pt x="620712" y="287789"/>
                  </a:lnTo>
                  <a:lnTo>
                    <a:pt x="637476" y="296957"/>
                  </a:lnTo>
                  <a:lnTo>
                    <a:pt x="652906" y="302458"/>
                  </a:lnTo>
                  <a:lnTo>
                    <a:pt x="667003" y="304291"/>
                  </a:lnTo>
                  <a:lnTo>
                    <a:pt x="693007" y="299719"/>
                  </a:lnTo>
                  <a:lnTo>
                    <a:pt x="711580" y="286003"/>
                  </a:lnTo>
                  <a:lnTo>
                    <a:pt x="722725" y="263143"/>
                  </a:lnTo>
                  <a:lnTo>
                    <a:pt x="726439" y="231139"/>
                  </a:lnTo>
                  <a:lnTo>
                    <a:pt x="725604" y="214729"/>
                  </a:lnTo>
                  <a:lnTo>
                    <a:pt x="705094" y="172757"/>
                  </a:lnTo>
                  <a:lnTo>
                    <a:pt x="667893" y="163702"/>
                  </a:lnTo>
                  <a:lnTo>
                    <a:pt x="653700" y="165445"/>
                  </a:lnTo>
                  <a:lnTo>
                    <a:pt x="639699" y="170687"/>
                  </a:lnTo>
                  <a:lnTo>
                    <a:pt x="625887" y="179454"/>
                  </a:lnTo>
                  <a:lnTo>
                    <a:pt x="612266" y="191769"/>
                  </a:lnTo>
                  <a:lnTo>
                    <a:pt x="588010" y="175894"/>
                  </a:lnTo>
                  <a:lnTo>
                    <a:pt x="588010" y="4699"/>
                  </a:lnTo>
                  <a:close/>
                </a:path>
                <a:path w="1078229" h="358775">
                  <a:moveTo>
                    <a:pt x="957072" y="0"/>
                  </a:moveTo>
                  <a:lnTo>
                    <a:pt x="1000551" y="6067"/>
                  </a:lnTo>
                  <a:lnTo>
                    <a:pt x="1034369" y="24278"/>
                  </a:lnTo>
                  <a:lnTo>
                    <a:pt x="1058524" y="54644"/>
                  </a:lnTo>
                  <a:lnTo>
                    <a:pt x="1073017" y="97178"/>
                  </a:lnTo>
                  <a:lnTo>
                    <a:pt x="1077849" y="151891"/>
                  </a:lnTo>
                  <a:lnTo>
                    <a:pt x="1074941" y="183608"/>
                  </a:lnTo>
                  <a:lnTo>
                    <a:pt x="1051649" y="247564"/>
                  </a:lnTo>
                  <a:lnTo>
                    <a:pt x="1031240" y="279780"/>
                  </a:lnTo>
                  <a:lnTo>
                    <a:pt x="982535" y="331787"/>
                  </a:lnTo>
                  <a:lnTo>
                    <a:pt x="929640" y="358266"/>
                  </a:lnTo>
                  <a:lnTo>
                    <a:pt x="897127" y="323850"/>
                  </a:lnTo>
                  <a:lnTo>
                    <a:pt x="930396" y="302513"/>
                  </a:lnTo>
                  <a:lnTo>
                    <a:pt x="958389" y="278129"/>
                  </a:lnTo>
                  <a:lnTo>
                    <a:pt x="981120" y="250697"/>
                  </a:lnTo>
                  <a:lnTo>
                    <a:pt x="998601" y="220217"/>
                  </a:lnTo>
                  <a:lnTo>
                    <a:pt x="990147" y="223365"/>
                  </a:lnTo>
                  <a:lnTo>
                    <a:pt x="980598" y="225583"/>
                  </a:lnTo>
                  <a:lnTo>
                    <a:pt x="969954" y="226897"/>
                  </a:lnTo>
                  <a:lnTo>
                    <a:pt x="958215" y="227329"/>
                  </a:lnTo>
                  <a:lnTo>
                    <a:pt x="935112" y="225446"/>
                  </a:lnTo>
                  <a:lnTo>
                    <a:pt x="895957" y="210345"/>
                  </a:lnTo>
                  <a:lnTo>
                    <a:pt x="866854" y="180677"/>
                  </a:lnTo>
                  <a:lnTo>
                    <a:pt x="851995" y="139632"/>
                  </a:lnTo>
                  <a:lnTo>
                    <a:pt x="850138" y="115062"/>
                  </a:lnTo>
                  <a:lnTo>
                    <a:pt x="852042" y="90578"/>
                  </a:lnTo>
                  <a:lnTo>
                    <a:pt x="867282" y="48946"/>
                  </a:lnTo>
                  <a:lnTo>
                    <a:pt x="896814" y="17841"/>
                  </a:lnTo>
                  <a:lnTo>
                    <a:pt x="935017" y="1978"/>
                  </a:lnTo>
                  <a:lnTo>
                    <a:pt x="957072" y="0"/>
                  </a:lnTo>
                  <a:close/>
                </a:path>
                <a:path w="1078229" h="358775">
                  <a:moveTo>
                    <a:pt x="385445" y="0"/>
                  </a:moveTo>
                  <a:lnTo>
                    <a:pt x="432688" y="6016"/>
                  </a:lnTo>
                  <a:lnTo>
                    <a:pt x="468502" y="24129"/>
                  </a:lnTo>
                  <a:lnTo>
                    <a:pt x="496488" y="70921"/>
                  </a:lnTo>
                  <a:lnTo>
                    <a:pt x="498348" y="91186"/>
                  </a:lnTo>
                  <a:lnTo>
                    <a:pt x="495962" y="112115"/>
                  </a:lnTo>
                  <a:lnTo>
                    <a:pt x="488791" y="135461"/>
                  </a:lnTo>
                  <a:lnTo>
                    <a:pt x="476809" y="161212"/>
                  </a:lnTo>
                  <a:lnTo>
                    <a:pt x="459994" y="189356"/>
                  </a:lnTo>
                  <a:lnTo>
                    <a:pt x="389127" y="297179"/>
                  </a:lnTo>
                  <a:lnTo>
                    <a:pt x="518922" y="297179"/>
                  </a:lnTo>
                  <a:lnTo>
                    <a:pt x="518922" y="351663"/>
                  </a:lnTo>
                  <a:lnTo>
                    <a:pt x="292481" y="351663"/>
                  </a:lnTo>
                  <a:lnTo>
                    <a:pt x="292481" y="333755"/>
                  </a:lnTo>
                  <a:lnTo>
                    <a:pt x="401954" y="172592"/>
                  </a:lnTo>
                  <a:lnTo>
                    <a:pt x="416290" y="149371"/>
                  </a:lnTo>
                  <a:lnTo>
                    <a:pt x="426529" y="128079"/>
                  </a:lnTo>
                  <a:lnTo>
                    <a:pt x="432673" y="108692"/>
                  </a:lnTo>
                  <a:lnTo>
                    <a:pt x="434721" y="91186"/>
                  </a:lnTo>
                  <a:lnTo>
                    <a:pt x="431790" y="74090"/>
                  </a:lnTo>
                  <a:lnTo>
                    <a:pt x="422989" y="61864"/>
                  </a:lnTo>
                  <a:lnTo>
                    <a:pt x="408306" y="54520"/>
                  </a:lnTo>
                  <a:lnTo>
                    <a:pt x="387731" y="52069"/>
                  </a:lnTo>
                  <a:lnTo>
                    <a:pt x="370683" y="54449"/>
                  </a:lnTo>
                  <a:lnTo>
                    <a:pt x="355361" y="61579"/>
                  </a:lnTo>
                  <a:lnTo>
                    <a:pt x="341778" y="73447"/>
                  </a:lnTo>
                  <a:lnTo>
                    <a:pt x="329946" y="90042"/>
                  </a:lnTo>
                  <a:lnTo>
                    <a:pt x="288671" y="57530"/>
                  </a:lnTo>
                  <a:lnTo>
                    <a:pt x="315013" y="25098"/>
                  </a:lnTo>
                  <a:lnTo>
                    <a:pt x="354980" y="4095"/>
                  </a:lnTo>
                  <a:lnTo>
                    <a:pt x="369873" y="1023"/>
                  </a:lnTo>
                  <a:lnTo>
                    <a:pt x="385445" y="0"/>
                  </a:lnTo>
                  <a:close/>
                </a:path>
                <a:path w="1078229" h="358775">
                  <a:moveTo>
                    <a:pt x="113029" y="0"/>
                  </a:moveTo>
                  <a:lnTo>
                    <a:pt x="155241" y="5826"/>
                  </a:lnTo>
                  <a:lnTo>
                    <a:pt x="198739" y="36185"/>
                  </a:lnTo>
                  <a:lnTo>
                    <a:pt x="213740" y="86994"/>
                  </a:lnTo>
                  <a:lnTo>
                    <a:pt x="212812" y="97637"/>
                  </a:lnTo>
                  <a:lnTo>
                    <a:pt x="191283" y="142299"/>
                  </a:lnTo>
                  <a:lnTo>
                    <a:pt x="166370" y="164337"/>
                  </a:lnTo>
                  <a:lnTo>
                    <a:pt x="177321" y="170604"/>
                  </a:lnTo>
                  <a:lnTo>
                    <a:pt x="207772" y="201929"/>
                  </a:lnTo>
                  <a:lnTo>
                    <a:pt x="225506" y="240738"/>
                  </a:lnTo>
                  <a:lnTo>
                    <a:pt x="226695" y="252856"/>
                  </a:lnTo>
                  <a:lnTo>
                    <a:pt x="224766" y="275998"/>
                  </a:lnTo>
                  <a:lnTo>
                    <a:pt x="209335" y="314186"/>
                  </a:lnTo>
                  <a:lnTo>
                    <a:pt x="179002" y="341092"/>
                  </a:lnTo>
                  <a:lnTo>
                    <a:pt x="137005" y="354669"/>
                  </a:lnTo>
                  <a:lnTo>
                    <a:pt x="111887" y="356362"/>
                  </a:lnTo>
                  <a:lnTo>
                    <a:pt x="86645" y="354695"/>
                  </a:lnTo>
                  <a:lnTo>
                    <a:pt x="45307" y="341360"/>
                  </a:lnTo>
                  <a:lnTo>
                    <a:pt x="16448" y="314882"/>
                  </a:lnTo>
                  <a:lnTo>
                    <a:pt x="1831" y="276453"/>
                  </a:lnTo>
                  <a:lnTo>
                    <a:pt x="0" y="252856"/>
                  </a:lnTo>
                  <a:lnTo>
                    <a:pt x="974" y="239952"/>
                  </a:lnTo>
                  <a:lnTo>
                    <a:pt x="15494" y="201929"/>
                  </a:lnTo>
                  <a:lnTo>
                    <a:pt x="43783" y="170318"/>
                  </a:lnTo>
                  <a:lnTo>
                    <a:pt x="55499" y="162432"/>
                  </a:lnTo>
                  <a:lnTo>
                    <a:pt x="46495" y="155549"/>
                  </a:lnTo>
                  <a:lnTo>
                    <a:pt x="19270" y="118280"/>
                  </a:lnTo>
                  <a:lnTo>
                    <a:pt x="12573" y="86740"/>
                  </a:lnTo>
                  <a:lnTo>
                    <a:pt x="14335" y="67855"/>
                  </a:lnTo>
                  <a:lnTo>
                    <a:pt x="40766" y="23367"/>
                  </a:lnTo>
                  <a:lnTo>
                    <a:pt x="91951" y="1454"/>
                  </a:lnTo>
                  <a:lnTo>
                    <a:pt x="11302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182132" y="1599453"/>
            <a:ext cx="3841750" cy="50064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250" y="298450"/>
          <a:ext cx="7849235" cy="62270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2070"/>
                <a:gridCol w="6527165"/>
              </a:tblGrid>
              <a:tr h="75818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D0-D7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Bi-directional, tristated, buffered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lines.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Connected to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bus directly or through</a:t>
                      </a:r>
                      <a:r>
                        <a:rPr sz="20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buffers.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RD-bar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Active low read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control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WR-bar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Active low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control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A0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Address input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used to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select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20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register.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CS-bar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Active low chip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select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1063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CAS0-2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8745" algn="just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Bi-directional,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 bit cascade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lines.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master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mode, PIC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places 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slave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ID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no.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on these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lines.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slave mode,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 PIC reads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slave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ID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no.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master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lines.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 regarded</a:t>
                      </a:r>
                      <a:r>
                        <a:rPr sz="20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slave-select.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83183">
                <a:tc>
                  <a:txBody>
                    <a:bodyPr/>
                    <a:lstStyle/>
                    <a:p>
                      <a:pPr marL="90805" marR="330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SP-bar</a:t>
                      </a:r>
                      <a:r>
                        <a:rPr sz="2000" b="1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/  EN-bar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460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Slave program / enable. In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non-buffered mode,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 is SP-bar  input, used to distinguish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master/slave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PIC. In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buffered</a:t>
                      </a:r>
                      <a:r>
                        <a:rPr sz="20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mode, 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 is output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used to enable</a:t>
                      </a:r>
                      <a:r>
                        <a:rPr sz="20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buffers.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33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Interrupt line,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connected to INTR of</a:t>
                      </a:r>
                      <a:r>
                        <a:rPr sz="20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microprocessor.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INTA-bar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Interrupt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ack, received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active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low from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microprocessor.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929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IR0-7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Asynchronous IRQ input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lines,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generated by</a:t>
                      </a:r>
                      <a:r>
                        <a:rPr sz="20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peripherals.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38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2885" y="907922"/>
            <a:ext cx="3973829" cy="359410"/>
            <a:chOff x="2262885" y="907922"/>
            <a:chExt cx="3973829" cy="359410"/>
          </a:xfrm>
        </p:grpSpPr>
        <p:sp>
          <p:nvSpPr>
            <p:cNvPr id="3" name="object 3"/>
            <p:cNvSpPr/>
            <p:nvPr/>
          </p:nvSpPr>
          <p:spPr>
            <a:xfrm>
              <a:off x="2263774" y="908811"/>
              <a:ext cx="3972052" cy="35737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6698" y="1093215"/>
              <a:ext cx="110109" cy="1182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9334" y="1093215"/>
              <a:ext cx="110108" cy="11823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50108" y="1015745"/>
              <a:ext cx="593725" cy="127635"/>
            </a:xfrm>
            <a:custGeom>
              <a:avLst/>
              <a:gdLst/>
              <a:ahLst/>
              <a:cxnLst/>
              <a:rect l="l" t="t" r="r" b="b"/>
              <a:pathLst>
                <a:path w="593725" h="127634">
                  <a:moveTo>
                    <a:pt x="552069" y="0"/>
                  </a:moveTo>
                  <a:lnTo>
                    <a:pt x="510540" y="127634"/>
                  </a:lnTo>
                  <a:lnTo>
                    <a:pt x="593598" y="127634"/>
                  </a:lnTo>
                  <a:lnTo>
                    <a:pt x="552069" y="0"/>
                  </a:lnTo>
                  <a:close/>
                </a:path>
                <a:path w="593725" h="127634">
                  <a:moveTo>
                    <a:pt x="41529" y="0"/>
                  </a:moveTo>
                  <a:lnTo>
                    <a:pt x="0" y="127634"/>
                  </a:lnTo>
                  <a:lnTo>
                    <a:pt x="83058" y="127634"/>
                  </a:lnTo>
                  <a:lnTo>
                    <a:pt x="4152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24226" y="965961"/>
              <a:ext cx="132968" cy="2407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3007" y="965834"/>
              <a:ext cx="101726" cy="1005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6698" y="962024"/>
              <a:ext cx="91439" cy="86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69334" y="962024"/>
              <a:ext cx="91439" cy="86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63774" y="908811"/>
              <a:ext cx="3972560" cy="357505"/>
            </a:xfrm>
            <a:custGeom>
              <a:avLst/>
              <a:gdLst/>
              <a:ahLst/>
              <a:cxnLst/>
              <a:rect l="l" t="t" r="r" b="b"/>
              <a:pathLst>
                <a:path w="3972560" h="357505">
                  <a:moveTo>
                    <a:pt x="3432048" y="5968"/>
                  </a:moveTo>
                  <a:lnTo>
                    <a:pt x="3652647" y="5968"/>
                  </a:lnTo>
                  <a:lnTo>
                    <a:pt x="3652647" y="60451"/>
                  </a:lnTo>
                  <a:lnTo>
                    <a:pt x="3493389" y="60451"/>
                  </a:lnTo>
                  <a:lnTo>
                    <a:pt x="3493389" y="141350"/>
                  </a:lnTo>
                  <a:lnTo>
                    <a:pt x="3607562" y="141350"/>
                  </a:lnTo>
                  <a:lnTo>
                    <a:pt x="3607562" y="193548"/>
                  </a:lnTo>
                  <a:lnTo>
                    <a:pt x="3493389" y="193548"/>
                  </a:lnTo>
                  <a:lnTo>
                    <a:pt x="3493389" y="297052"/>
                  </a:lnTo>
                  <a:lnTo>
                    <a:pt x="3649979" y="297052"/>
                  </a:lnTo>
                  <a:lnTo>
                    <a:pt x="3649979" y="351536"/>
                  </a:lnTo>
                  <a:lnTo>
                    <a:pt x="3432048" y="351536"/>
                  </a:lnTo>
                  <a:lnTo>
                    <a:pt x="3432048" y="5968"/>
                  </a:lnTo>
                  <a:close/>
                </a:path>
                <a:path w="3972560" h="357505">
                  <a:moveTo>
                    <a:pt x="3150108" y="5968"/>
                  </a:moveTo>
                  <a:lnTo>
                    <a:pt x="3377819" y="5968"/>
                  </a:lnTo>
                  <a:lnTo>
                    <a:pt x="3377819" y="60451"/>
                  </a:lnTo>
                  <a:lnTo>
                    <a:pt x="3211449" y="60451"/>
                  </a:lnTo>
                  <a:lnTo>
                    <a:pt x="3211449" y="141350"/>
                  </a:lnTo>
                  <a:lnTo>
                    <a:pt x="3332988" y="141350"/>
                  </a:lnTo>
                  <a:lnTo>
                    <a:pt x="3332988" y="193548"/>
                  </a:lnTo>
                  <a:lnTo>
                    <a:pt x="3211449" y="193548"/>
                  </a:lnTo>
                  <a:lnTo>
                    <a:pt x="3211449" y="351536"/>
                  </a:lnTo>
                  <a:lnTo>
                    <a:pt x="3150108" y="351536"/>
                  </a:lnTo>
                  <a:lnTo>
                    <a:pt x="3150108" y="5968"/>
                  </a:lnTo>
                  <a:close/>
                </a:path>
                <a:path w="3972560" h="357505">
                  <a:moveTo>
                    <a:pt x="2868167" y="5968"/>
                  </a:moveTo>
                  <a:lnTo>
                    <a:pt x="3095879" y="5968"/>
                  </a:lnTo>
                  <a:lnTo>
                    <a:pt x="3095879" y="60451"/>
                  </a:lnTo>
                  <a:lnTo>
                    <a:pt x="2929509" y="60451"/>
                  </a:lnTo>
                  <a:lnTo>
                    <a:pt x="2929509" y="141350"/>
                  </a:lnTo>
                  <a:lnTo>
                    <a:pt x="3051048" y="141350"/>
                  </a:lnTo>
                  <a:lnTo>
                    <a:pt x="3051048" y="193548"/>
                  </a:lnTo>
                  <a:lnTo>
                    <a:pt x="2929509" y="193548"/>
                  </a:lnTo>
                  <a:lnTo>
                    <a:pt x="2929509" y="351536"/>
                  </a:lnTo>
                  <a:lnTo>
                    <a:pt x="2868167" y="351536"/>
                  </a:lnTo>
                  <a:lnTo>
                    <a:pt x="2868167" y="5968"/>
                  </a:lnTo>
                  <a:close/>
                </a:path>
                <a:path w="3972560" h="357505">
                  <a:moveTo>
                    <a:pt x="2540508" y="5968"/>
                  </a:moveTo>
                  <a:lnTo>
                    <a:pt x="2601849" y="5968"/>
                  </a:lnTo>
                  <a:lnTo>
                    <a:pt x="2601849" y="240157"/>
                  </a:lnTo>
                  <a:lnTo>
                    <a:pt x="2602918" y="253420"/>
                  </a:lnTo>
                  <a:lnTo>
                    <a:pt x="2628151" y="293143"/>
                  </a:lnTo>
                  <a:lnTo>
                    <a:pt x="2665603" y="302895"/>
                  </a:lnTo>
                  <a:lnTo>
                    <a:pt x="2681269" y="301825"/>
                  </a:lnTo>
                  <a:lnTo>
                    <a:pt x="2717291" y="285876"/>
                  </a:lnTo>
                  <a:lnTo>
                    <a:pt x="2735834" y="239013"/>
                  </a:lnTo>
                  <a:lnTo>
                    <a:pt x="2735834" y="5968"/>
                  </a:lnTo>
                  <a:lnTo>
                    <a:pt x="2797175" y="5968"/>
                  </a:lnTo>
                  <a:lnTo>
                    <a:pt x="2797175" y="243712"/>
                  </a:lnTo>
                  <a:lnTo>
                    <a:pt x="2794938" y="268932"/>
                  </a:lnTo>
                  <a:lnTo>
                    <a:pt x="2777083" y="310703"/>
                  </a:lnTo>
                  <a:lnTo>
                    <a:pt x="2742100" y="340447"/>
                  </a:lnTo>
                  <a:lnTo>
                    <a:pt x="2694372" y="355496"/>
                  </a:lnTo>
                  <a:lnTo>
                    <a:pt x="2665984" y="357377"/>
                  </a:lnTo>
                  <a:lnTo>
                    <a:pt x="2637619" y="355542"/>
                  </a:lnTo>
                  <a:lnTo>
                    <a:pt x="2591224" y="340822"/>
                  </a:lnTo>
                  <a:lnTo>
                    <a:pt x="2558885" y="311574"/>
                  </a:lnTo>
                  <a:lnTo>
                    <a:pt x="2542553" y="269370"/>
                  </a:lnTo>
                  <a:lnTo>
                    <a:pt x="2540508" y="243459"/>
                  </a:lnTo>
                  <a:lnTo>
                    <a:pt x="2540508" y="5968"/>
                  </a:lnTo>
                  <a:close/>
                </a:path>
                <a:path w="3972560" h="357505">
                  <a:moveTo>
                    <a:pt x="1533144" y="5968"/>
                  </a:moveTo>
                  <a:lnTo>
                    <a:pt x="1594485" y="5968"/>
                  </a:lnTo>
                  <a:lnTo>
                    <a:pt x="1594485" y="240157"/>
                  </a:lnTo>
                  <a:lnTo>
                    <a:pt x="1595554" y="253420"/>
                  </a:lnTo>
                  <a:lnTo>
                    <a:pt x="1620787" y="293143"/>
                  </a:lnTo>
                  <a:lnTo>
                    <a:pt x="1658239" y="302895"/>
                  </a:lnTo>
                  <a:lnTo>
                    <a:pt x="1673905" y="301825"/>
                  </a:lnTo>
                  <a:lnTo>
                    <a:pt x="1709927" y="285876"/>
                  </a:lnTo>
                  <a:lnTo>
                    <a:pt x="1728470" y="239013"/>
                  </a:lnTo>
                  <a:lnTo>
                    <a:pt x="1728470" y="5968"/>
                  </a:lnTo>
                  <a:lnTo>
                    <a:pt x="1789811" y="5968"/>
                  </a:lnTo>
                  <a:lnTo>
                    <a:pt x="1789811" y="243712"/>
                  </a:lnTo>
                  <a:lnTo>
                    <a:pt x="1787574" y="268932"/>
                  </a:lnTo>
                  <a:lnTo>
                    <a:pt x="1769719" y="310703"/>
                  </a:lnTo>
                  <a:lnTo>
                    <a:pt x="1734736" y="340447"/>
                  </a:lnTo>
                  <a:lnTo>
                    <a:pt x="1687008" y="355496"/>
                  </a:lnTo>
                  <a:lnTo>
                    <a:pt x="1658620" y="357377"/>
                  </a:lnTo>
                  <a:lnTo>
                    <a:pt x="1630308" y="355542"/>
                  </a:lnTo>
                  <a:lnTo>
                    <a:pt x="1583878" y="340822"/>
                  </a:lnTo>
                  <a:lnTo>
                    <a:pt x="1551521" y="311574"/>
                  </a:lnTo>
                  <a:lnTo>
                    <a:pt x="1535189" y="269370"/>
                  </a:lnTo>
                  <a:lnTo>
                    <a:pt x="1533144" y="243459"/>
                  </a:lnTo>
                  <a:lnTo>
                    <a:pt x="1533144" y="5968"/>
                  </a:lnTo>
                  <a:close/>
                </a:path>
                <a:path w="3972560" h="357505">
                  <a:moveTo>
                    <a:pt x="540893" y="5968"/>
                  </a:moveTo>
                  <a:lnTo>
                    <a:pt x="827024" y="5968"/>
                  </a:lnTo>
                  <a:lnTo>
                    <a:pt x="827024" y="60451"/>
                  </a:lnTo>
                  <a:lnTo>
                    <a:pt x="712088" y="60451"/>
                  </a:lnTo>
                  <a:lnTo>
                    <a:pt x="712088" y="351536"/>
                  </a:lnTo>
                  <a:lnTo>
                    <a:pt x="650748" y="351536"/>
                  </a:lnTo>
                  <a:lnTo>
                    <a:pt x="650748" y="60451"/>
                  </a:lnTo>
                  <a:lnTo>
                    <a:pt x="540893" y="60451"/>
                  </a:lnTo>
                  <a:lnTo>
                    <a:pt x="540893" y="5968"/>
                  </a:lnTo>
                  <a:close/>
                </a:path>
                <a:path w="3972560" h="357505">
                  <a:moveTo>
                    <a:pt x="92201" y="3555"/>
                  </a:moveTo>
                  <a:lnTo>
                    <a:pt x="159940" y="14620"/>
                  </a:lnTo>
                  <a:lnTo>
                    <a:pt x="211962" y="47878"/>
                  </a:lnTo>
                  <a:lnTo>
                    <a:pt x="245110" y="99313"/>
                  </a:lnTo>
                  <a:lnTo>
                    <a:pt x="256158" y="165226"/>
                  </a:lnTo>
                  <a:lnTo>
                    <a:pt x="251174" y="222154"/>
                  </a:lnTo>
                  <a:lnTo>
                    <a:pt x="236219" y="268732"/>
                  </a:lnTo>
                  <a:lnTo>
                    <a:pt x="211296" y="304958"/>
                  </a:lnTo>
                  <a:lnTo>
                    <a:pt x="176402" y="330835"/>
                  </a:lnTo>
                  <a:lnTo>
                    <a:pt x="131540" y="346360"/>
                  </a:lnTo>
                  <a:lnTo>
                    <a:pt x="76707" y="351536"/>
                  </a:lnTo>
                  <a:lnTo>
                    <a:pt x="0" y="351536"/>
                  </a:lnTo>
                  <a:lnTo>
                    <a:pt x="0" y="6223"/>
                  </a:lnTo>
                  <a:lnTo>
                    <a:pt x="33266" y="5056"/>
                  </a:lnTo>
                  <a:lnTo>
                    <a:pt x="59721" y="4222"/>
                  </a:lnTo>
                  <a:lnTo>
                    <a:pt x="79367" y="3722"/>
                  </a:lnTo>
                  <a:lnTo>
                    <a:pt x="92201" y="3555"/>
                  </a:lnTo>
                  <a:close/>
                </a:path>
                <a:path w="3972560" h="357505">
                  <a:moveTo>
                    <a:pt x="2350389" y="2921"/>
                  </a:moveTo>
                  <a:lnTo>
                    <a:pt x="2398283" y="8651"/>
                  </a:lnTo>
                  <a:lnTo>
                    <a:pt x="2434463" y="25908"/>
                  </a:lnTo>
                  <a:lnTo>
                    <a:pt x="2462912" y="71467"/>
                  </a:lnTo>
                  <a:lnTo>
                    <a:pt x="2464816" y="91566"/>
                  </a:lnTo>
                  <a:lnTo>
                    <a:pt x="2462101" y="111047"/>
                  </a:lnTo>
                  <a:lnTo>
                    <a:pt x="2453957" y="128349"/>
                  </a:lnTo>
                  <a:lnTo>
                    <a:pt x="2440384" y="143484"/>
                  </a:lnTo>
                  <a:lnTo>
                    <a:pt x="2421382" y="156463"/>
                  </a:lnTo>
                  <a:lnTo>
                    <a:pt x="2449552" y="170660"/>
                  </a:lnTo>
                  <a:lnTo>
                    <a:pt x="2469673" y="190785"/>
                  </a:lnTo>
                  <a:lnTo>
                    <a:pt x="2481746" y="216864"/>
                  </a:lnTo>
                  <a:lnTo>
                    <a:pt x="2485771" y="248920"/>
                  </a:lnTo>
                  <a:lnTo>
                    <a:pt x="2483554" y="271307"/>
                  </a:lnTo>
                  <a:lnTo>
                    <a:pt x="2465786" y="308748"/>
                  </a:lnTo>
                  <a:lnTo>
                    <a:pt x="2431091" y="335944"/>
                  </a:lnTo>
                  <a:lnTo>
                    <a:pt x="2385042" y="349799"/>
                  </a:lnTo>
                  <a:lnTo>
                    <a:pt x="2358136" y="351536"/>
                  </a:lnTo>
                  <a:lnTo>
                    <a:pt x="2252472" y="351536"/>
                  </a:lnTo>
                  <a:lnTo>
                    <a:pt x="2252472" y="6223"/>
                  </a:lnTo>
                  <a:lnTo>
                    <a:pt x="2284809" y="4742"/>
                  </a:lnTo>
                  <a:lnTo>
                    <a:pt x="2311908" y="3714"/>
                  </a:lnTo>
                  <a:lnTo>
                    <a:pt x="2333767" y="3115"/>
                  </a:lnTo>
                  <a:lnTo>
                    <a:pt x="2350389" y="2921"/>
                  </a:lnTo>
                  <a:close/>
                </a:path>
                <a:path w="3972560" h="357505">
                  <a:moveTo>
                    <a:pt x="1343025" y="2921"/>
                  </a:moveTo>
                  <a:lnTo>
                    <a:pt x="1390919" y="8651"/>
                  </a:lnTo>
                  <a:lnTo>
                    <a:pt x="1427099" y="25908"/>
                  </a:lnTo>
                  <a:lnTo>
                    <a:pt x="1455548" y="71467"/>
                  </a:lnTo>
                  <a:lnTo>
                    <a:pt x="1457452" y="91566"/>
                  </a:lnTo>
                  <a:lnTo>
                    <a:pt x="1454737" y="111047"/>
                  </a:lnTo>
                  <a:lnTo>
                    <a:pt x="1446593" y="128349"/>
                  </a:lnTo>
                  <a:lnTo>
                    <a:pt x="1433020" y="143484"/>
                  </a:lnTo>
                  <a:lnTo>
                    <a:pt x="1414017" y="156463"/>
                  </a:lnTo>
                  <a:lnTo>
                    <a:pt x="1442188" y="170660"/>
                  </a:lnTo>
                  <a:lnTo>
                    <a:pt x="1462309" y="190785"/>
                  </a:lnTo>
                  <a:lnTo>
                    <a:pt x="1474382" y="216864"/>
                  </a:lnTo>
                  <a:lnTo>
                    <a:pt x="1478407" y="248920"/>
                  </a:lnTo>
                  <a:lnTo>
                    <a:pt x="1476190" y="271307"/>
                  </a:lnTo>
                  <a:lnTo>
                    <a:pt x="1458422" y="308748"/>
                  </a:lnTo>
                  <a:lnTo>
                    <a:pt x="1423727" y="335944"/>
                  </a:lnTo>
                  <a:lnTo>
                    <a:pt x="1377678" y="349799"/>
                  </a:lnTo>
                  <a:lnTo>
                    <a:pt x="1350772" y="351536"/>
                  </a:lnTo>
                  <a:lnTo>
                    <a:pt x="1245108" y="351536"/>
                  </a:lnTo>
                  <a:lnTo>
                    <a:pt x="1245108" y="6223"/>
                  </a:lnTo>
                  <a:lnTo>
                    <a:pt x="1277445" y="4742"/>
                  </a:lnTo>
                  <a:lnTo>
                    <a:pt x="1304543" y="3714"/>
                  </a:lnTo>
                  <a:lnTo>
                    <a:pt x="1326403" y="3115"/>
                  </a:lnTo>
                  <a:lnTo>
                    <a:pt x="1343025" y="2921"/>
                  </a:lnTo>
                  <a:close/>
                </a:path>
                <a:path w="3972560" h="357505">
                  <a:moveTo>
                    <a:pt x="3802126" y="2412"/>
                  </a:moveTo>
                  <a:lnTo>
                    <a:pt x="3859726" y="8772"/>
                  </a:lnTo>
                  <a:lnTo>
                    <a:pt x="3900884" y="27860"/>
                  </a:lnTo>
                  <a:lnTo>
                    <a:pt x="3925587" y="59688"/>
                  </a:lnTo>
                  <a:lnTo>
                    <a:pt x="3933825" y="104266"/>
                  </a:lnTo>
                  <a:lnTo>
                    <a:pt x="3932683" y="119268"/>
                  </a:lnTo>
                  <a:lnTo>
                    <a:pt x="3915664" y="160274"/>
                  </a:lnTo>
                  <a:lnTo>
                    <a:pt x="3883034" y="189741"/>
                  </a:lnTo>
                  <a:lnTo>
                    <a:pt x="3869816" y="195834"/>
                  </a:lnTo>
                  <a:lnTo>
                    <a:pt x="3972052" y="351536"/>
                  </a:lnTo>
                  <a:lnTo>
                    <a:pt x="3901186" y="351536"/>
                  </a:lnTo>
                  <a:lnTo>
                    <a:pt x="3808984" y="208787"/>
                  </a:lnTo>
                  <a:lnTo>
                    <a:pt x="3801340" y="208619"/>
                  </a:lnTo>
                  <a:lnTo>
                    <a:pt x="3792315" y="208295"/>
                  </a:lnTo>
                  <a:lnTo>
                    <a:pt x="3781909" y="207805"/>
                  </a:lnTo>
                  <a:lnTo>
                    <a:pt x="3770122" y="207137"/>
                  </a:lnTo>
                  <a:lnTo>
                    <a:pt x="3770122" y="351536"/>
                  </a:lnTo>
                  <a:lnTo>
                    <a:pt x="3706367" y="351536"/>
                  </a:lnTo>
                  <a:lnTo>
                    <a:pt x="3706367" y="5968"/>
                  </a:lnTo>
                  <a:lnTo>
                    <a:pt x="3710795" y="5851"/>
                  </a:lnTo>
                  <a:lnTo>
                    <a:pt x="3718925" y="5508"/>
                  </a:lnTo>
                  <a:lnTo>
                    <a:pt x="3730746" y="4951"/>
                  </a:lnTo>
                  <a:lnTo>
                    <a:pt x="3746246" y="4190"/>
                  </a:lnTo>
                  <a:lnTo>
                    <a:pt x="3762746" y="3430"/>
                  </a:lnTo>
                  <a:lnTo>
                    <a:pt x="3777567" y="2873"/>
                  </a:lnTo>
                  <a:lnTo>
                    <a:pt x="3790697" y="2530"/>
                  </a:lnTo>
                  <a:lnTo>
                    <a:pt x="3802126" y="2412"/>
                  </a:lnTo>
                  <a:close/>
                </a:path>
                <a:path w="3972560" h="357505">
                  <a:moveTo>
                    <a:pt x="925068" y="1270"/>
                  </a:moveTo>
                  <a:lnTo>
                    <a:pt x="951864" y="1270"/>
                  </a:lnTo>
                  <a:lnTo>
                    <a:pt x="1090802" y="351536"/>
                  </a:lnTo>
                  <a:lnTo>
                    <a:pt x="1023112" y="351536"/>
                  </a:lnTo>
                  <a:lnTo>
                    <a:pt x="997838" y="281432"/>
                  </a:lnTo>
                  <a:lnTo>
                    <a:pt x="879475" y="281432"/>
                  </a:lnTo>
                  <a:lnTo>
                    <a:pt x="855472" y="351536"/>
                  </a:lnTo>
                  <a:lnTo>
                    <a:pt x="787273" y="351536"/>
                  </a:lnTo>
                  <a:lnTo>
                    <a:pt x="925068" y="1270"/>
                  </a:lnTo>
                  <a:close/>
                </a:path>
                <a:path w="3972560" h="357505">
                  <a:moveTo>
                    <a:pt x="414527" y="1270"/>
                  </a:moveTo>
                  <a:lnTo>
                    <a:pt x="441325" y="1270"/>
                  </a:lnTo>
                  <a:lnTo>
                    <a:pt x="580263" y="351536"/>
                  </a:lnTo>
                  <a:lnTo>
                    <a:pt x="512572" y="351536"/>
                  </a:lnTo>
                  <a:lnTo>
                    <a:pt x="487299" y="281432"/>
                  </a:lnTo>
                  <a:lnTo>
                    <a:pt x="368935" y="281432"/>
                  </a:lnTo>
                  <a:lnTo>
                    <a:pt x="344931" y="351536"/>
                  </a:lnTo>
                  <a:lnTo>
                    <a:pt x="276732" y="351536"/>
                  </a:lnTo>
                  <a:lnTo>
                    <a:pt x="414527" y="1270"/>
                  </a:lnTo>
                  <a:close/>
                </a:path>
                <a:path w="3972560" h="357505">
                  <a:moveTo>
                    <a:pt x="1949703" y="0"/>
                  </a:moveTo>
                  <a:lnTo>
                    <a:pt x="1977707" y="1404"/>
                  </a:lnTo>
                  <a:lnTo>
                    <a:pt x="2001710" y="5619"/>
                  </a:lnTo>
                  <a:lnTo>
                    <a:pt x="2021713" y="12644"/>
                  </a:lnTo>
                  <a:lnTo>
                    <a:pt x="2037714" y="22478"/>
                  </a:lnTo>
                  <a:lnTo>
                    <a:pt x="2019046" y="75311"/>
                  </a:lnTo>
                  <a:lnTo>
                    <a:pt x="2002712" y="65216"/>
                  </a:lnTo>
                  <a:lnTo>
                    <a:pt x="1985914" y="57991"/>
                  </a:lnTo>
                  <a:lnTo>
                    <a:pt x="1968664" y="53647"/>
                  </a:lnTo>
                  <a:lnTo>
                    <a:pt x="1950974" y="52197"/>
                  </a:lnTo>
                  <a:lnTo>
                    <a:pt x="1940923" y="52889"/>
                  </a:lnTo>
                  <a:lnTo>
                    <a:pt x="1909286" y="76263"/>
                  </a:lnTo>
                  <a:lnTo>
                    <a:pt x="1906397" y="92583"/>
                  </a:lnTo>
                  <a:lnTo>
                    <a:pt x="1910496" y="107584"/>
                  </a:lnTo>
                  <a:lnTo>
                    <a:pt x="1922811" y="122872"/>
                  </a:lnTo>
                  <a:lnTo>
                    <a:pt x="1943365" y="138445"/>
                  </a:lnTo>
                  <a:lnTo>
                    <a:pt x="1972183" y="154304"/>
                  </a:lnTo>
                  <a:lnTo>
                    <a:pt x="1988306" y="162615"/>
                  </a:lnTo>
                  <a:lnTo>
                    <a:pt x="2002012" y="170592"/>
                  </a:lnTo>
                  <a:lnTo>
                    <a:pt x="2035651" y="201041"/>
                  </a:lnTo>
                  <a:lnTo>
                    <a:pt x="2051573" y="238934"/>
                  </a:lnTo>
                  <a:lnTo>
                    <a:pt x="2053589" y="261238"/>
                  </a:lnTo>
                  <a:lnTo>
                    <a:pt x="2051518" y="281267"/>
                  </a:lnTo>
                  <a:lnTo>
                    <a:pt x="2034944" y="315799"/>
                  </a:lnTo>
                  <a:lnTo>
                    <a:pt x="2002462" y="342161"/>
                  </a:lnTo>
                  <a:lnTo>
                    <a:pt x="1958024" y="355687"/>
                  </a:lnTo>
                  <a:lnTo>
                    <a:pt x="1931542" y="357377"/>
                  </a:lnTo>
                  <a:lnTo>
                    <a:pt x="1907944" y="355828"/>
                  </a:lnTo>
                  <a:lnTo>
                    <a:pt x="1885537" y="351170"/>
                  </a:lnTo>
                  <a:lnTo>
                    <a:pt x="1864320" y="343394"/>
                  </a:lnTo>
                  <a:lnTo>
                    <a:pt x="1844294" y="332486"/>
                  </a:lnTo>
                  <a:lnTo>
                    <a:pt x="1866900" y="277495"/>
                  </a:lnTo>
                  <a:lnTo>
                    <a:pt x="1885019" y="288643"/>
                  </a:lnTo>
                  <a:lnTo>
                    <a:pt x="1902983" y="296576"/>
                  </a:lnTo>
                  <a:lnTo>
                    <a:pt x="1920781" y="301319"/>
                  </a:lnTo>
                  <a:lnTo>
                    <a:pt x="1938401" y="302895"/>
                  </a:lnTo>
                  <a:lnTo>
                    <a:pt x="1962070" y="300537"/>
                  </a:lnTo>
                  <a:lnTo>
                    <a:pt x="1978977" y="293465"/>
                  </a:lnTo>
                  <a:lnTo>
                    <a:pt x="1989121" y="281678"/>
                  </a:lnTo>
                  <a:lnTo>
                    <a:pt x="1992502" y="265175"/>
                  </a:lnTo>
                  <a:lnTo>
                    <a:pt x="1991695" y="256434"/>
                  </a:lnTo>
                  <a:lnTo>
                    <a:pt x="1971623" y="223206"/>
                  </a:lnTo>
                  <a:lnTo>
                    <a:pt x="1927225" y="195452"/>
                  </a:lnTo>
                  <a:lnTo>
                    <a:pt x="1908956" y="185975"/>
                  </a:lnTo>
                  <a:lnTo>
                    <a:pt x="1893951" y="177355"/>
                  </a:lnTo>
                  <a:lnTo>
                    <a:pt x="1861454" y="148637"/>
                  </a:lnTo>
                  <a:lnTo>
                    <a:pt x="1845510" y="103489"/>
                  </a:lnTo>
                  <a:lnTo>
                    <a:pt x="1845055" y="92963"/>
                  </a:lnTo>
                  <a:lnTo>
                    <a:pt x="1846889" y="73796"/>
                  </a:lnTo>
                  <a:lnTo>
                    <a:pt x="1874392" y="26415"/>
                  </a:lnTo>
                  <a:lnTo>
                    <a:pt x="1907905" y="6635"/>
                  </a:lnTo>
                  <a:lnTo>
                    <a:pt x="1927774" y="1662"/>
                  </a:lnTo>
                  <a:lnTo>
                    <a:pt x="1949703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5940" y="1927682"/>
            <a:ext cx="677164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This 3- state, bidirectional 8-bit </a:t>
            </a:r>
            <a:r>
              <a:rPr sz="2400" spc="-15" dirty="0">
                <a:latin typeface="Times New Roman"/>
                <a:cs typeface="Times New Roman"/>
              </a:rPr>
              <a:t>buffer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interface the 8259 to the system data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Control </a:t>
            </a:r>
            <a:r>
              <a:rPr sz="2400" spc="-5" dirty="0">
                <a:latin typeface="Times New Roman"/>
                <a:cs typeface="Times New Roman"/>
              </a:rPr>
              <a:t>words </a:t>
            </a:r>
            <a:r>
              <a:rPr sz="2400" dirty="0">
                <a:latin typeface="Times New Roman"/>
                <a:cs typeface="Times New Roman"/>
              </a:rPr>
              <a:t>and status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transferred  through the data </a:t>
            </a:r>
            <a:r>
              <a:rPr sz="2400" spc="-5" dirty="0">
                <a:latin typeface="Times New Roman"/>
                <a:cs typeface="Times New Roman"/>
              </a:rPr>
              <a:t>bus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buffer.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413" y="907796"/>
            <a:ext cx="7031355" cy="359410"/>
            <a:chOff x="537413" y="907796"/>
            <a:chExt cx="7031355" cy="359410"/>
          </a:xfrm>
        </p:grpSpPr>
        <p:sp>
          <p:nvSpPr>
            <p:cNvPr id="3" name="object 3"/>
            <p:cNvSpPr/>
            <p:nvPr/>
          </p:nvSpPr>
          <p:spPr>
            <a:xfrm>
              <a:off x="538302" y="908685"/>
              <a:ext cx="7029373" cy="357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37203" y="1096645"/>
              <a:ext cx="106807" cy="1172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3767" y="1015746"/>
              <a:ext cx="83185" cy="127635"/>
            </a:xfrm>
            <a:custGeom>
              <a:avLst/>
              <a:gdLst/>
              <a:ahLst/>
              <a:cxnLst/>
              <a:rect l="l" t="t" r="r" b="b"/>
              <a:pathLst>
                <a:path w="83184" h="127634">
                  <a:moveTo>
                    <a:pt x="41516" y="0"/>
                  </a:moveTo>
                  <a:lnTo>
                    <a:pt x="0" y="127634"/>
                  </a:lnTo>
                  <a:lnTo>
                    <a:pt x="83032" y="127634"/>
                  </a:lnTo>
                  <a:lnTo>
                    <a:pt x="41516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75105" y="965962"/>
              <a:ext cx="132841" cy="2407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90438" y="965835"/>
              <a:ext cx="101853" cy="10058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03983" y="965835"/>
              <a:ext cx="101853" cy="10058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1103" y="965835"/>
              <a:ext cx="101803" cy="1005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69329" y="962279"/>
              <a:ext cx="176403" cy="25031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9585" y="962279"/>
              <a:ext cx="176402" cy="25031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15333" y="962279"/>
              <a:ext cx="176402" cy="25031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8302" y="908685"/>
              <a:ext cx="7029450" cy="357505"/>
            </a:xfrm>
            <a:custGeom>
              <a:avLst/>
              <a:gdLst/>
              <a:ahLst/>
              <a:cxnLst/>
              <a:rect l="l" t="t" r="r" b="b"/>
              <a:pathLst>
                <a:path w="7029450" h="357505">
                  <a:moveTo>
                    <a:pt x="6650405" y="6095"/>
                  </a:moveTo>
                  <a:lnTo>
                    <a:pt x="6711746" y="6095"/>
                  </a:lnTo>
                  <a:lnTo>
                    <a:pt x="6711746" y="351663"/>
                  </a:lnTo>
                  <a:lnTo>
                    <a:pt x="6650405" y="351663"/>
                  </a:lnTo>
                  <a:lnTo>
                    <a:pt x="6650405" y="6095"/>
                  </a:lnTo>
                  <a:close/>
                </a:path>
                <a:path w="7029450" h="357505">
                  <a:moveTo>
                    <a:pt x="5718098" y="6095"/>
                  </a:moveTo>
                  <a:lnTo>
                    <a:pt x="5779439" y="6095"/>
                  </a:lnTo>
                  <a:lnTo>
                    <a:pt x="5779439" y="297179"/>
                  </a:lnTo>
                  <a:lnTo>
                    <a:pt x="5935522" y="297179"/>
                  </a:lnTo>
                  <a:lnTo>
                    <a:pt x="5935522" y="351663"/>
                  </a:lnTo>
                  <a:lnTo>
                    <a:pt x="5718098" y="351663"/>
                  </a:lnTo>
                  <a:lnTo>
                    <a:pt x="5718098" y="6095"/>
                  </a:lnTo>
                  <a:close/>
                </a:path>
                <a:path w="7029450" h="357505">
                  <a:moveTo>
                    <a:pt x="5324906" y="6095"/>
                  </a:moveTo>
                  <a:lnTo>
                    <a:pt x="5386247" y="6095"/>
                  </a:lnTo>
                  <a:lnTo>
                    <a:pt x="5386247" y="297179"/>
                  </a:lnTo>
                  <a:lnTo>
                    <a:pt x="5542330" y="297179"/>
                  </a:lnTo>
                  <a:lnTo>
                    <a:pt x="5542330" y="351663"/>
                  </a:lnTo>
                  <a:lnTo>
                    <a:pt x="5324906" y="351663"/>
                  </a:lnTo>
                  <a:lnTo>
                    <a:pt x="5324906" y="6095"/>
                  </a:lnTo>
                  <a:close/>
                </a:path>
                <a:path w="7029450" h="357505">
                  <a:moveTo>
                    <a:pt x="4363008" y="6095"/>
                  </a:moveTo>
                  <a:lnTo>
                    <a:pt x="4649139" y="6095"/>
                  </a:lnTo>
                  <a:lnTo>
                    <a:pt x="4649139" y="60578"/>
                  </a:lnTo>
                  <a:lnTo>
                    <a:pt x="4534331" y="60578"/>
                  </a:lnTo>
                  <a:lnTo>
                    <a:pt x="4534331" y="351663"/>
                  </a:lnTo>
                  <a:lnTo>
                    <a:pt x="4472990" y="351663"/>
                  </a:lnTo>
                  <a:lnTo>
                    <a:pt x="4472990" y="60578"/>
                  </a:lnTo>
                  <a:lnTo>
                    <a:pt x="4363008" y="60578"/>
                  </a:lnTo>
                  <a:lnTo>
                    <a:pt x="4363008" y="6095"/>
                  </a:lnTo>
                  <a:close/>
                </a:path>
                <a:path w="7029450" h="357505">
                  <a:moveTo>
                    <a:pt x="4070654" y="6095"/>
                  </a:moveTo>
                  <a:lnTo>
                    <a:pt x="4100118" y="6095"/>
                  </a:lnTo>
                  <a:lnTo>
                    <a:pt x="4263313" y="214629"/>
                  </a:lnTo>
                  <a:lnTo>
                    <a:pt x="4263313" y="6095"/>
                  </a:lnTo>
                  <a:lnTo>
                    <a:pt x="4322241" y="6095"/>
                  </a:lnTo>
                  <a:lnTo>
                    <a:pt x="4322241" y="356362"/>
                  </a:lnTo>
                  <a:lnTo>
                    <a:pt x="4297349" y="356362"/>
                  </a:lnTo>
                  <a:lnTo>
                    <a:pt x="4129582" y="137667"/>
                  </a:lnTo>
                  <a:lnTo>
                    <a:pt x="4129582" y="351916"/>
                  </a:lnTo>
                  <a:lnTo>
                    <a:pt x="4070654" y="351916"/>
                  </a:lnTo>
                  <a:lnTo>
                    <a:pt x="4070654" y="6095"/>
                  </a:lnTo>
                  <a:close/>
                </a:path>
                <a:path w="7029450" h="357505">
                  <a:moveTo>
                    <a:pt x="2528366" y="6095"/>
                  </a:moveTo>
                  <a:lnTo>
                    <a:pt x="2748838" y="6095"/>
                  </a:lnTo>
                  <a:lnTo>
                    <a:pt x="2748838" y="60578"/>
                  </a:lnTo>
                  <a:lnTo>
                    <a:pt x="2589707" y="60578"/>
                  </a:lnTo>
                  <a:lnTo>
                    <a:pt x="2589707" y="141477"/>
                  </a:lnTo>
                  <a:lnTo>
                    <a:pt x="2703880" y="141477"/>
                  </a:lnTo>
                  <a:lnTo>
                    <a:pt x="2703880" y="193675"/>
                  </a:lnTo>
                  <a:lnTo>
                    <a:pt x="2589707" y="193675"/>
                  </a:lnTo>
                  <a:lnTo>
                    <a:pt x="2589707" y="297179"/>
                  </a:lnTo>
                  <a:lnTo>
                    <a:pt x="2746298" y="297179"/>
                  </a:lnTo>
                  <a:lnTo>
                    <a:pt x="2746298" y="351663"/>
                  </a:lnTo>
                  <a:lnTo>
                    <a:pt x="2528366" y="351663"/>
                  </a:lnTo>
                  <a:lnTo>
                    <a:pt x="2528366" y="6095"/>
                  </a:lnTo>
                  <a:close/>
                </a:path>
                <a:path w="7029450" h="357505">
                  <a:moveTo>
                    <a:pt x="2201976" y="6095"/>
                  </a:moveTo>
                  <a:lnTo>
                    <a:pt x="2488107" y="6095"/>
                  </a:lnTo>
                  <a:lnTo>
                    <a:pt x="2488107" y="60578"/>
                  </a:lnTo>
                  <a:lnTo>
                    <a:pt x="2373299" y="60578"/>
                  </a:lnTo>
                  <a:lnTo>
                    <a:pt x="2373299" y="351663"/>
                  </a:lnTo>
                  <a:lnTo>
                    <a:pt x="2311958" y="351663"/>
                  </a:lnTo>
                  <a:lnTo>
                    <a:pt x="2311958" y="60578"/>
                  </a:lnTo>
                  <a:lnTo>
                    <a:pt x="2201976" y="60578"/>
                  </a:lnTo>
                  <a:lnTo>
                    <a:pt x="2201976" y="6095"/>
                  </a:lnTo>
                  <a:close/>
                </a:path>
                <a:path w="7029450" h="357505">
                  <a:moveTo>
                    <a:pt x="2099741" y="6095"/>
                  </a:moveTo>
                  <a:lnTo>
                    <a:pt x="2161082" y="6095"/>
                  </a:lnTo>
                  <a:lnTo>
                    <a:pt x="2161082" y="351663"/>
                  </a:lnTo>
                  <a:lnTo>
                    <a:pt x="2099741" y="351663"/>
                  </a:lnTo>
                  <a:lnTo>
                    <a:pt x="2099741" y="6095"/>
                  </a:lnTo>
                  <a:close/>
                </a:path>
                <a:path w="7029450" h="357505">
                  <a:moveTo>
                    <a:pt x="1341932" y="6095"/>
                  </a:moveTo>
                  <a:lnTo>
                    <a:pt x="1405940" y="6095"/>
                  </a:lnTo>
                  <a:lnTo>
                    <a:pt x="1470710" y="214629"/>
                  </a:lnTo>
                  <a:lnTo>
                    <a:pt x="1540814" y="6095"/>
                  </a:lnTo>
                  <a:lnTo>
                    <a:pt x="1567738" y="6095"/>
                  </a:lnTo>
                  <a:lnTo>
                    <a:pt x="1637969" y="214629"/>
                  </a:lnTo>
                  <a:lnTo>
                    <a:pt x="1702612" y="6095"/>
                  </a:lnTo>
                  <a:lnTo>
                    <a:pt x="1766620" y="6095"/>
                  </a:lnTo>
                  <a:lnTo>
                    <a:pt x="1654733" y="356362"/>
                  </a:lnTo>
                  <a:lnTo>
                    <a:pt x="1629460" y="356362"/>
                  </a:lnTo>
                  <a:lnTo>
                    <a:pt x="1554022" y="138429"/>
                  </a:lnTo>
                  <a:lnTo>
                    <a:pt x="1480616" y="356362"/>
                  </a:lnTo>
                  <a:lnTo>
                    <a:pt x="1455470" y="356362"/>
                  </a:lnTo>
                  <a:lnTo>
                    <a:pt x="1341932" y="6095"/>
                  </a:lnTo>
                  <a:close/>
                </a:path>
                <a:path w="7029450" h="357505">
                  <a:moveTo>
                    <a:pt x="295655" y="6095"/>
                  </a:moveTo>
                  <a:lnTo>
                    <a:pt x="516216" y="6095"/>
                  </a:lnTo>
                  <a:lnTo>
                    <a:pt x="516216" y="60578"/>
                  </a:lnTo>
                  <a:lnTo>
                    <a:pt x="356984" y="60578"/>
                  </a:lnTo>
                  <a:lnTo>
                    <a:pt x="356984" y="141477"/>
                  </a:lnTo>
                  <a:lnTo>
                    <a:pt x="471157" y="141477"/>
                  </a:lnTo>
                  <a:lnTo>
                    <a:pt x="471157" y="193675"/>
                  </a:lnTo>
                  <a:lnTo>
                    <a:pt x="356984" y="193675"/>
                  </a:lnTo>
                  <a:lnTo>
                    <a:pt x="356984" y="297179"/>
                  </a:lnTo>
                  <a:lnTo>
                    <a:pt x="513626" y="297179"/>
                  </a:lnTo>
                  <a:lnTo>
                    <a:pt x="513626" y="351663"/>
                  </a:lnTo>
                  <a:lnTo>
                    <a:pt x="295655" y="351663"/>
                  </a:lnTo>
                  <a:lnTo>
                    <a:pt x="295655" y="6095"/>
                  </a:lnTo>
                  <a:close/>
                </a:path>
                <a:path w="7029450" h="357505">
                  <a:moveTo>
                    <a:pt x="1286052" y="4699"/>
                  </a:moveTo>
                  <a:lnTo>
                    <a:pt x="1338630" y="4699"/>
                  </a:lnTo>
                  <a:lnTo>
                    <a:pt x="1208709" y="351663"/>
                  </a:lnTo>
                  <a:lnTo>
                    <a:pt x="1155623" y="351663"/>
                  </a:lnTo>
                  <a:lnTo>
                    <a:pt x="1286052" y="4699"/>
                  </a:lnTo>
                  <a:close/>
                </a:path>
                <a:path w="7029450" h="357505">
                  <a:moveTo>
                    <a:pt x="968552" y="3682"/>
                  </a:moveTo>
                  <a:lnTo>
                    <a:pt x="1036196" y="14747"/>
                  </a:lnTo>
                  <a:lnTo>
                    <a:pt x="1088313" y="48005"/>
                  </a:lnTo>
                  <a:lnTo>
                    <a:pt x="1121460" y="99440"/>
                  </a:lnTo>
                  <a:lnTo>
                    <a:pt x="1132509" y="165353"/>
                  </a:lnTo>
                  <a:lnTo>
                    <a:pt x="1127524" y="222281"/>
                  </a:lnTo>
                  <a:lnTo>
                    <a:pt x="1112566" y="268859"/>
                  </a:lnTo>
                  <a:lnTo>
                    <a:pt x="1087631" y="305085"/>
                  </a:lnTo>
                  <a:lnTo>
                    <a:pt x="1052716" y="330962"/>
                  </a:lnTo>
                  <a:lnTo>
                    <a:pt x="1007817" y="346487"/>
                  </a:lnTo>
                  <a:lnTo>
                    <a:pt x="952931" y="351663"/>
                  </a:lnTo>
                  <a:lnTo>
                    <a:pt x="876350" y="351663"/>
                  </a:lnTo>
                  <a:lnTo>
                    <a:pt x="876350" y="6350"/>
                  </a:lnTo>
                  <a:lnTo>
                    <a:pt x="909616" y="5183"/>
                  </a:lnTo>
                  <a:lnTo>
                    <a:pt x="936072" y="4349"/>
                  </a:lnTo>
                  <a:lnTo>
                    <a:pt x="955717" y="3849"/>
                  </a:lnTo>
                  <a:lnTo>
                    <a:pt x="968552" y="3682"/>
                  </a:lnTo>
                  <a:close/>
                </a:path>
                <a:path w="7029450" h="357505">
                  <a:moveTo>
                    <a:pt x="4785156" y="2539"/>
                  </a:moveTo>
                  <a:lnTo>
                    <a:pt x="4842737" y="8899"/>
                  </a:lnTo>
                  <a:lnTo>
                    <a:pt x="4883851" y="27987"/>
                  </a:lnTo>
                  <a:lnTo>
                    <a:pt x="4908511" y="59815"/>
                  </a:lnTo>
                  <a:lnTo>
                    <a:pt x="4916728" y="104393"/>
                  </a:lnTo>
                  <a:lnTo>
                    <a:pt x="4915587" y="119395"/>
                  </a:lnTo>
                  <a:lnTo>
                    <a:pt x="4898567" y="160400"/>
                  </a:lnTo>
                  <a:lnTo>
                    <a:pt x="4866063" y="189868"/>
                  </a:lnTo>
                  <a:lnTo>
                    <a:pt x="4852847" y="195961"/>
                  </a:lnTo>
                  <a:lnTo>
                    <a:pt x="4954955" y="351663"/>
                  </a:lnTo>
                  <a:lnTo>
                    <a:pt x="4884216" y="351663"/>
                  </a:lnTo>
                  <a:lnTo>
                    <a:pt x="4792014" y="208914"/>
                  </a:lnTo>
                  <a:lnTo>
                    <a:pt x="4784351" y="208746"/>
                  </a:lnTo>
                  <a:lnTo>
                    <a:pt x="4775282" y="208422"/>
                  </a:lnTo>
                  <a:lnTo>
                    <a:pt x="4764832" y="207932"/>
                  </a:lnTo>
                  <a:lnTo>
                    <a:pt x="4753025" y="207263"/>
                  </a:lnTo>
                  <a:lnTo>
                    <a:pt x="4753025" y="351663"/>
                  </a:lnTo>
                  <a:lnTo>
                    <a:pt x="4689398" y="351663"/>
                  </a:lnTo>
                  <a:lnTo>
                    <a:pt x="4689398" y="6095"/>
                  </a:lnTo>
                  <a:lnTo>
                    <a:pt x="4693808" y="5978"/>
                  </a:lnTo>
                  <a:lnTo>
                    <a:pt x="4701908" y="5635"/>
                  </a:lnTo>
                  <a:lnTo>
                    <a:pt x="4713723" y="5078"/>
                  </a:lnTo>
                  <a:lnTo>
                    <a:pt x="4729276" y="4317"/>
                  </a:lnTo>
                  <a:lnTo>
                    <a:pt x="4745759" y="3557"/>
                  </a:lnTo>
                  <a:lnTo>
                    <a:pt x="4760550" y="3000"/>
                  </a:lnTo>
                  <a:lnTo>
                    <a:pt x="4773675" y="2657"/>
                  </a:lnTo>
                  <a:lnTo>
                    <a:pt x="4785156" y="2539"/>
                  </a:lnTo>
                  <a:close/>
                </a:path>
                <a:path w="7029450" h="357505">
                  <a:moveTo>
                    <a:pt x="1898700" y="2539"/>
                  </a:moveTo>
                  <a:lnTo>
                    <a:pt x="1956281" y="8899"/>
                  </a:lnTo>
                  <a:lnTo>
                    <a:pt x="1997395" y="27987"/>
                  </a:lnTo>
                  <a:lnTo>
                    <a:pt x="2022055" y="59815"/>
                  </a:lnTo>
                  <a:lnTo>
                    <a:pt x="2030272" y="104393"/>
                  </a:lnTo>
                  <a:lnTo>
                    <a:pt x="2029131" y="119395"/>
                  </a:lnTo>
                  <a:lnTo>
                    <a:pt x="2012111" y="160400"/>
                  </a:lnTo>
                  <a:lnTo>
                    <a:pt x="1979607" y="189868"/>
                  </a:lnTo>
                  <a:lnTo>
                    <a:pt x="1966391" y="195961"/>
                  </a:lnTo>
                  <a:lnTo>
                    <a:pt x="2068499" y="351663"/>
                  </a:lnTo>
                  <a:lnTo>
                    <a:pt x="1997760" y="351663"/>
                  </a:lnTo>
                  <a:lnTo>
                    <a:pt x="1905558" y="208914"/>
                  </a:lnTo>
                  <a:lnTo>
                    <a:pt x="1897895" y="208746"/>
                  </a:lnTo>
                  <a:lnTo>
                    <a:pt x="1888826" y="208422"/>
                  </a:lnTo>
                  <a:lnTo>
                    <a:pt x="1878376" y="207932"/>
                  </a:lnTo>
                  <a:lnTo>
                    <a:pt x="1866569" y="207263"/>
                  </a:lnTo>
                  <a:lnTo>
                    <a:pt x="1866569" y="351663"/>
                  </a:lnTo>
                  <a:lnTo>
                    <a:pt x="1802942" y="351663"/>
                  </a:lnTo>
                  <a:lnTo>
                    <a:pt x="1802942" y="6095"/>
                  </a:lnTo>
                  <a:lnTo>
                    <a:pt x="1807352" y="5978"/>
                  </a:lnTo>
                  <a:lnTo>
                    <a:pt x="1815452" y="5635"/>
                  </a:lnTo>
                  <a:lnTo>
                    <a:pt x="1827267" y="5078"/>
                  </a:lnTo>
                  <a:lnTo>
                    <a:pt x="1842820" y="4317"/>
                  </a:lnTo>
                  <a:lnTo>
                    <a:pt x="1859303" y="3557"/>
                  </a:lnTo>
                  <a:lnTo>
                    <a:pt x="1874094" y="3000"/>
                  </a:lnTo>
                  <a:lnTo>
                    <a:pt x="1887219" y="2657"/>
                  </a:lnTo>
                  <a:lnTo>
                    <a:pt x="1898700" y="2539"/>
                  </a:lnTo>
                  <a:close/>
                </a:path>
                <a:path w="7029450" h="357505">
                  <a:moveTo>
                    <a:pt x="95770" y="2539"/>
                  </a:moveTo>
                  <a:lnTo>
                    <a:pt x="153361" y="8899"/>
                  </a:lnTo>
                  <a:lnTo>
                    <a:pt x="194497" y="27987"/>
                  </a:lnTo>
                  <a:lnTo>
                    <a:pt x="219178" y="59815"/>
                  </a:lnTo>
                  <a:lnTo>
                    <a:pt x="227406" y="104393"/>
                  </a:lnTo>
                  <a:lnTo>
                    <a:pt x="226270" y="119395"/>
                  </a:lnTo>
                  <a:lnTo>
                    <a:pt x="209232" y="160400"/>
                  </a:lnTo>
                  <a:lnTo>
                    <a:pt x="176685" y="189868"/>
                  </a:lnTo>
                  <a:lnTo>
                    <a:pt x="163474" y="195961"/>
                  </a:lnTo>
                  <a:lnTo>
                    <a:pt x="265620" y="351663"/>
                  </a:lnTo>
                  <a:lnTo>
                    <a:pt x="194843" y="351663"/>
                  </a:lnTo>
                  <a:lnTo>
                    <a:pt x="102615" y="208914"/>
                  </a:lnTo>
                  <a:lnTo>
                    <a:pt x="94962" y="208746"/>
                  </a:lnTo>
                  <a:lnTo>
                    <a:pt x="85925" y="208422"/>
                  </a:lnTo>
                  <a:lnTo>
                    <a:pt x="75501" y="207932"/>
                  </a:lnTo>
                  <a:lnTo>
                    <a:pt x="63690" y="207263"/>
                  </a:lnTo>
                  <a:lnTo>
                    <a:pt x="63690" y="351663"/>
                  </a:lnTo>
                  <a:lnTo>
                    <a:pt x="0" y="351663"/>
                  </a:lnTo>
                  <a:lnTo>
                    <a:pt x="0" y="6095"/>
                  </a:lnTo>
                  <a:lnTo>
                    <a:pt x="4441" y="5978"/>
                  </a:lnTo>
                  <a:lnTo>
                    <a:pt x="12565" y="5635"/>
                  </a:lnTo>
                  <a:lnTo>
                    <a:pt x="24372" y="5078"/>
                  </a:lnTo>
                  <a:lnTo>
                    <a:pt x="39865" y="4317"/>
                  </a:lnTo>
                  <a:lnTo>
                    <a:pt x="56362" y="3557"/>
                  </a:lnTo>
                  <a:lnTo>
                    <a:pt x="71180" y="3000"/>
                  </a:lnTo>
                  <a:lnTo>
                    <a:pt x="84317" y="2657"/>
                  </a:lnTo>
                  <a:lnTo>
                    <a:pt x="95770" y="2539"/>
                  </a:lnTo>
                  <a:close/>
                </a:path>
                <a:path w="7029450" h="357505">
                  <a:moveTo>
                    <a:pt x="673531" y="1397"/>
                  </a:moveTo>
                  <a:lnTo>
                    <a:pt x="700430" y="1397"/>
                  </a:lnTo>
                  <a:lnTo>
                    <a:pt x="839393" y="351663"/>
                  </a:lnTo>
                  <a:lnTo>
                    <a:pt x="771702" y="351663"/>
                  </a:lnTo>
                  <a:lnTo>
                    <a:pt x="746429" y="281559"/>
                  </a:lnTo>
                  <a:lnTo>
                    <a:pt x="628002" y="281559"/>
                  </a:lnTo>
                  <a:lnTo>
                    <a:pt x="603948" y="351663"/>
                  </a:lnTo>
                  <a:lnTo>
                    <a:pt x="535774" y="351663"/>
                  </a:lnTo>
                  <a:lnTo>
                    <a:pt x="673531" y="1397"/>
                  </a:lnTo>
                  <a:close/>
                </a:path>
                <a:path w="7029450" h="357505">
                  <a:moveTo>
                    <a:pt x="6925106" y="126"/>
                  </a:moveTo>
                  <a:lnTo>
                    <a:pt x="6953326" y="1650"/>
                  </a:lnTo>
                  <a:lnTo>
                    <a:pt x="6978557" y="6223"/>
                  </a:lnTo>
                  <a:lnTo>
                    <a:pt x="7000812" y="13843"/>
                  </a:lnTo>
                  <a:lnTo>
                    <a:pt x="7020102" y="24511"/>
                  </a:lnTo>
                  <a:lnTo>
                    <a:pt x="6994956" y="75184"/>
                  </a:lnTo>
                  <a:lnTo>
                    <a:pt x="6983120" y="66202"/>
                  </a:lnTo>
                  <a:lnTo>
                    <a:pt x="6968175" y="59816"/>
                  </a:lnTo>
                  <a:lnTo>
                    <a:pt x="6950111" y="56003"/>
                  </a:lnTo>
                  <a:lnTo>
                    <a:pt x="6928916" y="54737"/>
                  </a:lnTo>
                  <a:lnTo>
                    <a:pt x="6908271" y="56999"/>
                  </a:lnTo>
                  <a:lnTo>
                    <a:pt x="6872838" y="75096"/>
                  </a:lnTo>
                  <a:lnTo>
                    <a:pt x="6846029" y="110222"/>
                  </a:lnTo>
                  <a:lnTo>
                    <a:pt x="6832226" y="155993"/>
                  </a:lnTo>
                  <a:lnTo>
                    <a:pt x="6830491" y="182499"/>
                  </a:lnTo>
                  <a:lnTo>
                    <a:pt x="6832089" y="208787"/>
                  </a:lnTo>
                  <a:lnTo>
                    <a:pt x="6844904" y="252793"/>
                  </a:lnTo>
                  <a:lnTo>
                    <a:pt x="6869980" y="284751"/>
                  </a:lnTo>
                  <a:lnTo>
                    <a:pt x="6924344" y="303022"/>
                  </a:lnTo>
                  <a:lnTo>
                    <a:pt x="6947470" y="300851"/>
                  </a:lnTo>
                  <a:lnTo>
                    <a:pt x="6967905" y="294322"/>
                  </a:lnTo>
                  <a:lnTo>
                    <a:pt x="6985673" y="283412"/>
                  </a:lnTo>
                  <a:lnTo>
                    <a:pt x="7000798" y="268097"/>
                  </a:lnTo>
                  <a:lnTo>
                    <a:pt x="7029373" y="317753"/>
                  </a:lnTo>
                  <a:lnTo>
                    <a:pt x="7008420" y="335162"/>
                  </a:lnTo>
                  <a:lnTo>
                    <a:pt x="6983098" y="347583"/>
                  </a:lnTo>
                  <a:lnTo>
                    <a:pt x="6953417" y="355026"/>
                  </a:lnTo>
                  <a:lnTo>
                    <a:pt x="6919391" y="357504"/>
                  </a:lnTo>
                  <a:lnTo>
                    <a:pt x="6885218" y="354528"/>
                  </a:lnTo>
                  <a:lnTo>
                    <a:pt x="6828969" y="330715"/>
                  </a:lnTo>
                  <a:lnTo>
                    <a:pt x="6789367" y="283900"/>
                  </a:lnTo>
                  <a:lnTo>
                    <a:pt x="6769365" y="218940"/>
                  </a:lnTo>
                  <a:lnTo>
                    <a:pt x="6766864" y="179959"/>
                  </a:lnTo>
                  <a:lnTo>
                    <a:pt x="6769631" y="143164"/>
                  </a:lnTo>
                  <a:lnTo>
                    <a:pt x="6791832" y="79053"/>
                  </a:lnTo>
                  <a:lnTo>
                    <a:pt x="6835077" y="29166"/>
                  </a:lnTo>
                  <a:lnTo>
                    <a:pt x="6891985" y="3361"/>
                  </a:lnTo>
                  <a:lnTo>
                    <a:pt x="6925106" y="126"/>
                  </a:lnTo>
                  <a:close/>
                </a:path>
                <a:path w="7029450" h="357505">
                  <a:moveTo>
                    <a:pt x="6483146" y="126"/>
                  </a:moveTo>
                  <a:lnTo>
                    <a:pt x="6510481" y="2266"/>
                  </a:lnTo>
                  <a:lnTo>
                    <a:pt x="6535708" y="8667"/>
                  </a:lnTo>
                  <a:lnTo>
                    <a:pt x="6558816" y="19307"/>
                  </a:lnTo>
                  <a:lnTo>
                    <a:pt x="6579793" y="34162"/>
                  </a:lnTo>
                  <a:lnTo>
                    <a:pt x="6554139" y="83438"/>
                  </a:lnTo>
                  <a:lnTo>
                    <a:pt x="6547972" y="78603"/>
                  </a:lnTo>
                  <a:lnTo>
                    <a:pt x="6540328" y="73802"/>
                  </a:lnTo>
                  <a:lnTo>
                    <a:pt x="6499561" y="57118"/>
                  </a:lnTo>
                  <a:lnTo>
                    <a:pt x="6481749" y="54737"/>
                  </a:lnTo>
                  <a:lnTo>
                    <a:pt x="6457578" y="56884"/>
                  </a:lnTo>
                  <a:lnTo>
                    <a:pt x="6417331" y="74132"/>
                  </a:lnTo>
                  <a:lnTo>
                    <a:pt x="6388323" y="107997"/>
                  </a:lnTo>
                  <a:lnTo>
                    <a:pt x="6373603" y="154289"/>
                  </a:lnTo>
                  <a:lnTo>
                    <a:pt x="6371767" y="181863"/>
                  </a:lnTo>
                  <a:lnTo>
                    <a:pt x="6373577" y="208029"/>
                  </a:lnTo>
                  <a:lnTo>
                    <a:pt x="6388055" y="252122"/>
                  </a:lnTo>
                  <a:lnTo>
                    <a:pt x="6416436" y="284483"/>
                  </a:lnTo>
                  <a:lnTo>
                    <a:pt x="6455766" y="300970"/>
                  </a:lnTo>
                  <a:lnTo>
                    <a:pt x="6479336" y="303022"/>
                  </a:lnTo>
                  <a:lnTo>
                    <a:pt x="6495003" y="301902"/>
                  </a:lnTo>
                  <a:lnTo>
                    <a:pt x="6533311" y="285114"/>
                  </a:lnTo>
                  <a:lnTo>
                    <a:pt x="6533311" y="217169"/>
                  </a:lnTo>
                  <a:lnTo>
                    <a:pt x="6485432" y="217169"/>
                  </a:lnTo>
                  <a:lnTo>
                    <a:pt x="6485432" y="164845"/>
                  </a:lnTo>
                  <a:lnTo>
                    <a:pt x="6594652" y="164845"/>
                  </a:lnTo>
                  <a:lnTo>
                    <a:pt x="6594652" y="319531"/>
                  </a:lnTo>
                  <a:lnTo>
                    <a:pt x="6554719" y="341999"/>
                  </a:lnTo>
                  <a:lnTo>
                    <a:pt x="6503752" y="355012"/>
                  </a:lnTo>
                  <a:lnTo>
                    <a:pt x="6469430" y="357504"/>
                  </a:lnTo>
                  <a:lnTo>
                    <a:pt x="6434210" y="354476"/>
                  </a:lnTo>
                  <a:lnTo>
                    <a:pt x="6375294" y="330180"/>
                  </a:lnTo>
                  <a:lnTo>
                    <a:pt x="6332572" y="282529"/>
                  </a:lnTo>
                  <a:lnTo>
                    <a:pt x="6310855" y="218191"/>
                  </a:lnTo>
                  <a:lnTo>
                    <a:pt x="6308140" y="180212"/>
                  </a:lnTo>
                  <a:lnTo>
                    <a:pt x="6311095" y="142087"/>
                  </a:lnTo>
                  <a:lnTo>
                    <a:pt x="6334769" y="77075"/>
                  </a:lnTo>
                  <a:lnTo>
                    <a:pt x="6381276" y="28309"/>
                  </a:lnTo>
                  <a:lnTo>
                    <a:pt x="6445094" y="3266"/>
                  </a:lnTo>
                  <a:lnTo>
                    <a:pt x="6483146" y="126"/>
                  </a:lnTo>
                  <a:close/>
                </a:path>
                <a:path w="7029450" h="357505">
                  <a:moveTo>
                    <a:pt x="3576878" y="126"/>
                  </a:moveTo>
                  <a:lnTo>
                    <a:pt x="3605098" y="1650"/>
                  </a:lnTo>
                  <a:lnTo>
                    <a:pt x="3630329" y="6223"/>
                  </a:lnTo>
                  <a:lnTo>
                    <a:pt x="3652584" y="13843"/>
                  </a:lnTo>
                  <a:lnTo>
                    <a:pt x="3671874" y="24511"/>
                  </a:lnTo>
                  <a:lnTo>
                    <a:pt x="3646728" y="75184"/>
                  </a:lnTo>
                  <a:lnTo>
                    <a:pt x="3634892" y="66202"/>
                  </a:lnTo>
                  <a:lnTo>
                    <a:pt x="3619947" y="59816"/>
                  </a:lnTo>
                  <a:lnTo>
                    <a:pt x="3601883" y="56003"/>
                  </a:lnTo>
                  <a:lnTo>
                    <a:pt x="3580688" y="54737"/>
                  </a:lnTo>
                  <a:lnTo>
                    <a:pt x="3560043" y="56999"/>
                  </a:lnTo>
                  <a:lnTo>
                    <a:pt x="3524610" y="75096"/>
                  </a:lnTo>
                  <a:lnTo>
                    <a:pt x="3497801" y="110222"/>
                  </a:lnTo>
                  <a:lnTo>
                    <a:pt x="3483998" y="155993"/>
                  </a:lnTo>
                  <a:lnTo>
                    <a:pt x="3482263" y="182499"/>
                  </a:lnTo>
                  <a:lnTo>
                    <a:pt x="3483861" y="208787"/>
                  </a:lnTo>
                  <a:lnTo>
                    <a:pt x="3496676" y="252793"/>
                  </a:lnTo>
                  <a:lnTo>
                    <a:pt x="3521752" y="284751"/>
                  </a:lnTo>
                  <a:lnTo>
                    <a:pt x="3576116" y="303022"/>
                  </a:lnTo>
                  <a:lnTo>
                    <a:pt x="3599242" y="300851"/>
                  </a:lnTo>
                  <a:lnTo>
                    <a:pt x="3619677" y="294322"/>
                  </a:lnTo>
                  <a:lnTo>
                    <a:pt x="3637445" y="283412"/>
                  </a:lnTo>
                  <a:lnTo>
                    <a:pt x="3652570" y="268097"/>
                  </a:lnTo>
                  <a:lnTo>
                    <a:pt x="3681145" y="317753"/>
                  </a:lnTo>
                  <a:lnTo>
                    <a:pt x="3660192" y="335162"/>
                  </a:lnTo>
                  <a:lnTo>
                    <a:pt x="3634870" y="347583"/>
                  </a:lnTo>
                  <a:lnTo>
                    <a:pt x="3605189" y="355026"/>
                  </a:lnTo>
                  <a:lnTo>
                    <a:pt x="3571163" y="357504"/>
                  </a:lnTo>
                  <a:lnTo>
                    <a:pt x="3536990" y="354528"/>
                  </a:lnTo>
                  <a:lnTo>
                    <a:pt x="3480741" y="330715"/>
                  </a:lnTo>
                  <a:lnTo>
                    <a:pt x="3441139" y="283900"/>
                  </a:lnTo>
                  <a:lnTo>
                    <a:pt x="3421137" y="218940"/>
                  </a:lnTo>
                  <a:lnTo>
                    <a:pt x="3418636" y="179959"/>
                  </a:lnTo>
                  <a:lnTo>
                    <a:pt x="3421403" y="143164"/>
                  </a:lnTo>
                  <a:lnTo>
                    <a:pt x="3443604" y="79053"/>
                  </a:lnTo>
                  <a:lnTo>
                    <a:pt x="3486849" y="29166"/>
                  </a:lnTo>
                  <a:lnTo>
                    <a:pt x="3543757" y="3361"/>
                  </a:lnTo>
                  <a:lnTo>
                    <a:pt x="3576878" y="126"/>
                  </a:lnTo>
                  <a:close/>
                </a:path>
                <a:path w="7029450" h="357505">
                  <a:moveTo>
                    <a:pt x="6116878" y="0"/>
                  </a:moveTo>
                  <a:lnTo>
                    <a:pt x="6182601" y="11541"/>
                  </a:lnTo>
                  <a:lnTo>
                    <a:pt x="6230797" y="46227"/>
                  </a:lnTo>
                  <a:lnTo>
                    <a:pt x="6260341" y="101726"/>
                  </a:lnTo>
                  <a:lnTo>
                    <a:pt x="6270167" y="175894"/>
                  </a:lnTo>
                  <a:lnTo>
                    <a:pt x="6267596" y="215542"/>
                  </a:lnTo>
                  <a:lnTo>
                    <a:pt x="6247022" y="281836"/>
                  </a:lnTo>
                  <a:lnTo>
                    <a:pt x="6206280" y="329965"/>
                  </a:lnTo>
                  <a:lnTo>
                    <a:pt x="6147848" y="354453"/>
                  </a:lnTo>
                  <a:lnTo>
                    <a:pt x="6112179" y="357504"/>
                  </a:lnTo>
                  <a:lnTo>
                    <a:pt x="6079364" y="354478"/>
                  </a:lnTo>
                  <a:lnTo>
                    <a:pt x="6025972" y="330233"/>
                  </a:lnTo>
                  <a:lnTo>
                    <a:pt x="5989130" y="282461"/>
                  </a:lnTo>
                  <a:lnTo>
                    <a:pt x="5970600" y="215925"/>
                  </a:lnTo>
                  <a:lnTo>
                    <a:pt x="5968288" y="175894"/>
                  </a:lnTo>
                  <a:lnTo>
                    <a:pt x="5970812" y="140440"/>
                  </a:lnTo>
                  <a:lnTo>
                    <a:pt x="5991005" y="78007"/>
                  </a:lnTo>
                  <a:lnTo>
                    <a:pt x="6030635" y="28717"/>
                  </a:lnTo>
                  <a:lnTo>
                    <a:pt x="6084702" y="3190"/>
                  </a:lnTo>
                  <a:lnTo>
                    <a:pt x="6116878" y="0"/>
                  </a:lnTo>
                  <a:close/>
                </a:path>
                <a:path w="7029450" h="357505">
                  <a:moveTo>
                    <a:pt x="5117134" y="0"/>
                  </a:moveTo>
                  <a:lnTo>
                    <a:pt x="5182857" y="11541"/>
                  </a:lnTo>
                  <a:lnTo>
                    <a:pt x="5231053" y="46227"/>
                  </a:lnTo>
                  <a:lnTo>
                    <a:pt x="5260597" y="101726"/>
                  </a:lnTo>
                  <a:lnTo>
                    <a:pt x="5270423" y="175894"/>
                  </a:lnTo>
                  <a:lnTo>
                    <a:pt x="5267852" y="215542"/>
                  </a:lnTo>
                  <a:lnTo>
                    <a:pt x="5247278" y="281836"/>
                  </a:lnTo>
                  <a:lnTo>
                    <a:pt x="5206536" y="329965"/>
                  </a:lnTo>
                  <a:lnTo>
                    <a:pt x="5148104" y="354453"/>
                  </a:lnTo>
                  <a:lnTo>
                    <a:pt x="5112435" y="357504"/>
                  </a:lnTo>
                  <a:lnTo>
                    <a:pt x="5079620" y="354478"/>
                  </a:lnTo>
                  <a:lnTo>
                    <a:pt x="5026228" y="330233"/>
                  </a:lnTo>
                  <a:lnTo>
                    <a:pt x="4989386" y="282461"/>
                  </a:lnTo>
                  <a:lnTo>
                    <a:pt x="4970856" y="215925"/>
                  </a:lnTo>
                  <a:lnTo>
                    <a:pt x="4968544" y="175894"/>
                  </a:lnTo>
                  <a:lnTo>
                    <a:pt x="4971068" y="140440"/>
                  </a:lnTo>
                  <a:lnTo>
                    <a:pt x="4991261" y="78007"/>
                  </a:lnTo>
                  <a:lnTo>
                    <a:pt x="5030891" y="28717"/>
                  </a:lnTo>
                  <a:lnTo>
                    <a:pt x="5084958" y="3190"/>
                  </a:lnTo>
                  <a:lnTo>
                    <a:pt x="5117134" y="0"/>
                  </a:lnTo>
                  <a:close/>
                </a:path>
                <a:path w="7029450" h="357505">
                  <a:moveTo>
                    <a:pt x="3862882" y="0"/>
                  </a:moveTo>
                  <a:lnTo>
                    <a:pt x="3928605" y="11541"/>
                  </a:lnTo>
                  <a:lnTo>
                    <a:pt x="3976801" y="46227"/>
                  </a:lnTo>
                  <a:lnTo>
                    <a:pt x="4006345" y="101726"/>
                  </a:lnTo>
                  <a:lnTo>
                    <a:pt x="4016171" y="175894"/>
                  </a:lnTo>
                  <a:lnTo>
                    <a:pt x="4013600" y="215542"/>
                  </a:lnTo>
                  <a:lnTo>
                    <a:pt x="3993026" y="281836"/>
                  </a:lnTo>
                  <a:lnTo>
                    <a:pt x="3952284" y="329965"/>
                  </a:lnTo>
                  <a:lnTo>
                    <a:pt x="3893852" y="354453"/>
                  </a:lnTo>
                  <a:lnTo>
                    <a:pt x="3858183" y="357504"/>
                  </a:lnTo>
                  <a:lnTo>
                    <a:pt x="3825368" y="354478"/>
                  </a:lnTo>
                  <a:lnTo>
                    <a:pt x="3771976" y="330233"/>
                  </a:lnTo>
                  <a:lnTo>
                    <a:pt x="3735134" y="282461"/>
                  </a:lnTo>
                  <a:lnTo>
                    <a:pt x="3716604" y="215925"/>
                  </a:lnTo>
                  <a:lnTo>
                    <a:pt x="3714292" y="175894"/>
                  </a:lnTo>
                  <a:lnTo>
                    <a:pt x="3716816" y="140440"/>
                  </a:lnTo>
                  <a:lnTo>
                    <a:pt x="3737009" y="78007"/>
                  </a:lnTo>
                  <a:lnTo>
                    <a:pt x="3776639" y="28717"/>
                  </a:lnTo>
                  <a:lnTo>
                    <a:pt x="3830706" y="3190"/>
                  </a:lnTo>
                  <a:lnTo>
                    <a:pt x="3862882" y="0"/>
                  </a:lnTo>
                  <a:close/>
                </a:path>
                <a:path w="7029450" h="357505">
                  <a:moveTo>
                    <a:pt x="3050463" y="0"/>
                  </a:moveTo>
                  <a:lnTo>
                    <a:pt x="3074851" y="1597"/>
                  </a:lnTo>
                  <a:lnTo>
                    <a:pt x="3096977" y="6397"/>
                  </a:lnTo>
                  <a:lnTo>
                    <a:pt x="3116864" y="14412"/>
                  </a:lnTo>
                  <a:lnTo>
                    <a:pt x="3134537" y="25653"/>
                  </a:lnTo>
                  <a:lnTo>
                    <a:pt x="3109518" y="68579"/>
                  </a:lnTo>
                  <a:lnTo>
                    <a:pt x="3095209" y="59412"/>
                  </a:lnTo>
                  <a:lnTo>
                    <a:pt x="3081816" y="52863"/>
                  </a:lnTo>
                  <a:lnTo>
                    <a:pt x="3069353" y="48934"/>
                  </a:lnTo>
                  <a:lnTo>
                    <a:pt x="3057829" y="47625"/>
                  </a:lnTo>
                  <a:lnTo>
                    <a:pt x="3045256" y="48432"/>
                  </a:lnTo>
                  <a:lnTo>
                    <a:pt x="3010347" y="67425"/>
                  </a:lnTo>
                  <a:lnTo>
                    <a:pt x="3002203" y="95250"/>
                  </a:lnTo>
                  <a:lnTo>
                    <a:pt x="3003610" y="107390"/>
                  </a:lnTo>
                  <a:lnTo>
                    <a:pt x="3007839" y="118649"/>
                  </a:lnTo>
                  <a:lnTo>
                    <a:pt x="3014901" y="129004"/>
                  </a:lnTo>
                  <a:lnTo>
                    <a:pt x="3024809" y="138429"/>
                  </a:lnTo>
                  <a:lnTo>
                    <a:pt x="3103168" y="138429"/>
                  </a:lnTo>
                  <a:lnTo>
                    <a:pt x="3103168" y="99060"/>
                  </a:lnTo>
                  <a:lnTo>
                    <a:pt x="3162096" y="77088"/>
                  </a:lnTo>
                  <a:lnTo>
                    <a:pt x="3162096" y="139064"/>
                  </a:lnTo>
                  <a:lnTo>
                    <a:pt x="3220770" y="139064"/>
                  </a:lnTo>
                  <a:lnTo>
                    <a:pt x="3220770" y="188849"/>
                  </a:lnTo>
                  <a:lnTo>
                    <a:pt x="3162096" y="188849"/>
                  </a:lnTo>
                  <a:lnTo>
                    <a:pt x="3162096" y="257048"/>
                  </a:lnTo>
                  <a:lnTo>
                    <a:pt x="3173649" y="298612"/>
                  </a:lnTo>
                  <a:lnTo>
                    <a:pt x="3193973" y="304291"/>
                  </a:lnTo>
                  <a:lnTo>
                    <a:pt x="3202089" y="303819"/>
                  </a:lnTo>
                  <a:lnTo>
                    <a:pt x="3210229" y="302418"/>
                  </a:lnTo>
                  <a:lnTo>
                    <a:pt x="3218369" y="300112"/>
                  </a:lnTo>
                  <a:lnTo>
                    <a:pt x="3226485" y="296925"/>
                  </a:lnTo>
                  <a:lnTo>
                    <a:pt x="3226485" y="348614"/>
                  </a:lnTo>
                  <a:lnTo>
                    <a:pt x="3213962" y="352022"/>
                  </a:lnTo>
                  <a:lnTo>
                    <a:pt x="3200974" y="354441"/>
                  </a:lnTo>
                  <a:lnTo>
                    <a:pt x="3187534" y="355883"/>
                  </a:lnTo>
                  <a:lnTo>
                    <a:pt x="3173653" y="356362"/>
                  </a:lnTo>
                  <a:lnTo>
                    <a:pt x="3162438" y="355429"/>
                  </a:lnTo>
                  <a:lnTo>
                    <a:pt x="3151460" y="352615"/>
                  </a:lnTo>
                  <a:lnTo>
                    <a:pt x="3140721" y="347896"/>
                  </a:lnTo>
                  <a:lnTo>
                    <a:pt x="3130219" y="341249"/>
                  </a:lnTo>
                  <a:lnTo>
                    <a:pt x="3111834" y="347896"/>
                  </a:lnTo>
                  <a:lnTo>
                    <a:pt x="3092103" y="352615"/>
                  </a:lnTo>
                  <a:lnTo>
                    <a:pt x="3071015" y="355429"/>
                  </a:lnTo>
                  <a:lnTo>
                    <a:pt x="3048558" y="356362"/>
                  </a:lnTo>
                  <a:lnTo>
                    <a:pt x="3023676" y="354458"/>
                  </a:lnTo>
                  <a:lnTo>
                    <a:pt x="2982961" y="339270"/>
                  </a:lnTo>
                  <a:lnTo>
                    <a:pt x="2954576" y="309340"/>
                  </a:lnTo>
                  <a:lnTo>
                    <a:pt x="2940237" y="267430"/>
                  </a:lnTo>
                  <a:lnTo>
                    <a:pt x="2938449" y="242188"/>
                  </a:lnTo>
                  <a:lnTo>
                    <a:pt x="2940642" y="218138"/>
                  </a:lnTo>
                  <a:lnTo>
                    <a:pt x="2947228" y="195897"/>
                  </a:lnTo>
                  <a:lnTo>
                    <a:pt x="2958220" y="175466"/>
                  </a:lnTo>
                  <a:lnTo>
                    <a:pt x="2973628" y="156844"/>
                  </a:lnTo>
                  <a:lnTo>
                    <a:pt x="2960293" y="141132"/>
                  </a:lnTo>
                  <a:lnTo>
                    <a:pt x="2950768" y="124872"/>
                  </a:lnTo>
                  <a:lnTo>
                    <a:pt x="2945053" y="108088"/>
                  </a:lnTo>
                  <a:lnTo>
                    <a:pt x="2943148" y="90804"/>
                  </a:lnTo>
                  <a:lnTo>
                    <a:pt x="2944982" y="72709"/>
                  </a:lnTo>
                  <a:lnTo>
                    <a:pt x="2972485" y="26542"/>
                  </a:lnTo>
                  <a:lnTo>
                    <a:pt x="3006712" y="6651"/>
                  </a:lnTo>
                  <a:lnTo>
                    <a:pt x="3027385" y="1664"/>
                  </a:lnTo>
                  <a:lnTo>
                    <a:pt x="3050463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2400" y="1851482"/>
            <a:ext cx="7848600" cy="393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function </a:t>
            </a:r>
            <a:r>
              <a:rPr sz="2400" dirty="0">
                <a:latin typeface="Times New Roman"/>
                <a:cs typeface="Times New Roman"/>
              </a:rPr>
              <a:t>of this block is to accept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commands </a:t>
            </a:r>
            <a:r>
              <a:rPr sz="2400" dirty="0">
                <a:latin typeface="Times New Roman"/>
                <a:cs typeface="Times New Roman"/>
              </a:rPr>
              <a:t>from the </a:t>
            </a:r>
            <a:r>
              <a:rPr sz="2400" spc="-5">
                <a:latin typeface="Times New Roman"/>
                <a:cs typeface="Times New Roman"/>
              </a:rPr>
              <a:t>CPU</a:t>
            </a:r>
            <a:r>
              <a:rPr sz="2400" spc="-5" smtClean="0">
                <a:latin typeface="Times New Roman"/>
                <a:cs typeface="Times New Roman"/>
              </a:rPr>
              <a:t>.</a:t>
            </a:r>
            <a:endParaRPr lang="en-US" sz="2400" spc="-5" dirty="0" smtClean="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86385" marR="26924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It contains the </a:t>
            </a:r>
            <a:r>
              <a:rPr sz="2400" spc="-5" dirty="0">
                <a:latin typeface="Times New Roman"/>
                <a:cs typeface="Times New Roman"/>
              </a:rPr>
              <a:t>initialization </a:t>
            </a:r>
            <a:r>
              <a:rPr sz="2400" spc="-10" dirty="0">
                <a:latin typeface="Times New Roman"/>
                <a:cs typeface="Times New Roman"/>
              </a:rPr>
              <a:t>command </a:t>
            </a:r>
            <a:r>
              <a:rPr sz="2400" dirty="0">
                <a:latin typeface="Times New Roman"/>
                <a:cs typeface="Times New Roman"/>
              </a:rPr>
              <a:t>word </a:t>
            </a:r>
            <a:r>
              <a:rPr sz="2400" spc="-5" dirty="0">
                <a:latin typeface="Times New Roman"/>
                <a:cs typeface="Times New Roman"/>
              </a:rPr>
              <a:t>(ICW)  </a:t>
            </a:r>
            <a:r>
              <a:rPr sz="2400" dirty="0">
                <a:latin typeface="Times New Roman"/>
                <a:cs typeface="Times New Roman"/>
              </a:rPr>
              <a:t>register and operation </a:t>
            </a:r>
            <a:r>
              <a:rPr sz="2400" spc="-10" dirty="0">
                <a:latin typeface="Times New Roman"/>
                <a:cs typeface="Times New Roman"/>
              </a:rPr>
              <a:t>command </a:t>
            </a:r>
            <a:r>
              <a:rPr sz="2400" dirty="0">
                <a:latin typeface="Times New Roman"/>
                <a:cs typeface="Times New Roman"/>
              </a:rPr>
              <a:t>word </a:t>
            </a:r>
            <a:r>
              <a:rPr sz="2400" spc="-10" dirty="0">
                <a:latin typeface="Times New Roman"/>
                <a:cs typeface="Times New Roman"/>
              </a:rPr>
              <a:t>(OCW) </a:t>
            </a:r>
            <a:r>
              <a:rPr sz="2400" dirty="0">
                <a:latin typeface="Times New Roman"/>
                <a:cs typeface="Times New Roman"/>
              </a:rPr>
              <a:t>register 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store the various control </a:t>
            </a:r>
            <a:r>
              <a:rPr sz="2400" spc="-5" dirty="0">
                <a:latin typeface="Times New Roman"/>
                <a:cs typeface="Times New Roman"/>
              </a:rPr>
              <a:t>formats </a:t>
            </a:r>
            <a:r>
              <a:rPr sz="2400">
                <a:latin typeface="Times New Roman"/>
                <a:cs typeface="Times New Roman"/>
              </a:rPr>
              <a:t>for </a:t>
            </a:r>
            <a:r>
              <a:rPr sz="2400" smtClean="0">
                <a:latin typeface="Times New Roman"/>
                <a:cs typeface="Times New Roman"/>
              </a:rPr>
              <a:t>device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operation.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 marR="26924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This function block also allows the status </a:t>
            </a:r>
            <a:r>
              <a:rPr sz="2400">
                <a:latin typeface="Times New Roman"/>
                <a:cs typeface="Times New Roman"/>
              </a:rPr>
              <a:t>of </a:t>
            </a:r>
            <a:r>
              <a:rPr sz="2400" smtClean="0">
                <a:latin typeface="Times New Roman"/>
                <a:cs typeface="Times New Roman"/>
              </a:rPr>
              <a:t>8</a:t>
            </a:r>
            <a:r>
              <a:rPr lang="en-US" sz="2400" dirty="0" smtClean="0">
                <a:latin typeface="Times New Roman"/>
                <a:cs typeface="Times New Roman"/>
              </a:rPr>
              <a:t>2</a:t>
            </a:r>
            <a:r>
              <a:rPr sz="2400" smtClean="0">
                <a:latin typeface="Times New Roman"/>
                <a:cs typeface="Times New Roman"/>
              </a:rPr>
              <a:t>59A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to </a:t>
            </a:r>
            <a:r>
              <a:rPr sz="2400" spc="-265" dirty="0">
                <a:latin typeface="Times New Roman"/>
                <a:cs typeface="Times New Roman"/>
              </a:rPr>
              <a:t>be  </a:t>
            </a:r>
            <a:r>
              <a:rPr sz="2400" dirty="0">
                <a:latin typeface="Times New Roman"/>
                <a:cs typeface="Times New Roman"/>
              </a:rPr>
              <a:t>transferred to the data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794" y="834136"/>
            <a:ext cx="2486025" cy="356870"/>
            <a:chOff x="614794" y="834136"/>
            <a:chExt cx="2486025" cy="356870"/>
          </a:xfrm>
        </p:grpSpPr>
        <p:sp>
          <p:nvSpPr>
            <p:cNvPr id="3" name="object 3"/>
            <p:cNvSpPr/>
            <p:nvPr/>
          </p:nvSpPr>
          <p:spPr>
            <a:xfrm>
              <a:off x="615683" y="835025"/>
              <a:ext cx="2483878" cy="3549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21153" y="889762"/>
              <a:ext cx="106933" cy="1153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00123" y="889635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4467" y="889635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683" y="835025"/>
              <a:ext cx="2484120" cy="354965"/>
            </a:xfrm>
            <a:custGeom>
              <a:avLst/>
              <a:gdLst/>
              <a:ahLst/>
              <a:cxnLst/>
              <a:rect l="l" t="t" r="r" b="b"/>
              <a:pathLst>
                <a:path w="2484120" h="354965">
                  <a:moveTo>
                    <a:pt x="2197747" y="3555"/>
                  </a:moveTo>
                  <a:lnTo>
                    <a:pt x="2483878" y="3555"/>
                  </a:lnTo>
                  <a:lnTo>
                    <a:pt x="2483878" y="58038"/>
                  </a:lnTo>
                  <a:lnTo>
                    <a:pt x="2369070" y="58038"/>
                  </a:lnTo>
                  <a:lnTo>
                    <a:pt x="2369070" y="349123"/>
                  </a:lnTo>
                  <a:lnTo>
                    <a:pt x="2307729" y="349123"/>
                  </a:lnTo>
                  <a:lnTo>
                    <a:pt x="2307729" y="58038"/>
                  </a:lnTo>
                  <a:lnTo>
                    <a:pt x="2197747" y="58038"/>
                  </a:lnTo>
                  <a:lnTo>
                    <a:pt x="2197747" y="3555"/>
                  </a:lnTo>
                  <a:close/>
                </a:path>
                <a:path w="2484120" h="354965">
                  <a:moveTo>
                    <a:pt x="1617357" y="3555"/>
                  </a:moveTo>
                  <a:lnTo>
                    <a:pt x="1678698" y="3555"/>
                  </a:lnTo>
                  <a:lnTo>
                    <a:pt x="1678698" y="237744"/>
                  </a:lnTo>
                  <a:lnTo>
                    <a:pt x="1679748" y="251007"/>
                  </a:lnTo>
                  <a:lnTo>
                    <a:pt x="1704874" y="290730"/>
                  </a:lnTo>
                  <a:lnTo>
                    <a:pt x="1742325" y="300482"/>
                  </a:lnTo>
                  <a:lnTo>
                    <a:pt x="1758065" y="299412"/>
                  </a:lnTo>
                  <a:lnTo>
                    <a:pt x="1794141" y="283463"/>
                  </a:lnTo>
                  <a:lnTo>
                    <a:pt x="1812683" y="236600"/>
                  </a:lnTo>
                  <a:lnTo>
                    <a:pt x="1812683" y="3555"/>
                  </a:lnTo>
                  <a:lnTo>
                    <a:pt x="1873897" y="3555"/>
                  </a:lnTo>
                  <a:lnTo>
                    <a:pt x="1873897" y="241300"/>
                  </a:lnTo>
                  <a:lnTo>
                    <a:pt x="1871679" y="266519"/>
                  </a:lnTo>
                  <a:lnTo>
                    <a:pt x="1853859" y="308290"/>
                  </a:lnTo>
                  <a:lnTo>
                    <a:pt x="1818825" y="338034"/>
                  </a:lnTo>
                  <a:lnTo>
                    <a:pt x="1771148" y="353083"/>
                  </a:lnTo>
                  <a:lnTo>
                    <a:pt x="1742833" y="354964"/>
                  </a:lnTo>
                  <a:lnTo>
                    <a:pt x="1714451" y="353129"/>
                  </a:lnTo>
                  <a:lnTo>
                    <a:pt x="1668020" y="338409"/>
                  </a:lnTo>
                  <a:lnTo>
                    <a:pt x="1635681" y="309161"/>
                  </a:lnTo>
                  <a:lnTo>
                    <a:pt x="1619385" y="266957"/>
                  </a:lnTo>
                  <a:lnTo>
                    <a:pt x="1617357" y="241046"/>
                  </a:lnTo>
                  <a:lnTo>
                    <a:pt x="1617357" y="3555"/>
                  </a:lnTo>
                  <a:close/>
                </a:path>
                <a:path w="2484120" h="354965">
                  <a:moveTo>
                    <a:pt x="751725" y="3555"/>
                  </a:moveTo>
                  <a:lnTo>
                    <a:pt x="972197" y="3555"/>
                  </a:lnTo>
                  <a:lnTo>
                    <a:pt x="972197" y="58038"/>
                  </a:lnTo>
                  <a:lnTo>
                    <a:pt x="813066" y="58038"/>
                  </a:lnTo>
                  <a:lnTo>
                    <a:pt x="813066" y="138937"/>
                  </a:lnTo>
                  <a:lnTo>
                    <a:pt x="927239" y="138937"/>
                  </a:lnTo>
                  <a:lnTo>
                    <a:pt x="927239" y="191135"/>
                  </a:lnTo>
                  <a:lnTo>
                    <a:pt x="813066" y="191135"/>
                  </a:lnTo>
                  <a:lnTo>
                    <a:pt x="813066" y="294639"/>
                  </a:lnTo>
                  <a:lnTo>
                    <a:pt x="969657" y="294639"/>
                  </a:lnTo>
                  <a:lnTo>
                    <a:pt x="969657" y="349123"/>
                  </a:lnTo>
                  <a:lnTo>
                    <a:pt x="751725" y="349123"/>
                  </a:lnTo>
                  <a:lnTo>
                    <a:pt x="751725" y="3555"/>
                  </a:lnTo>
                  <a:close/>
                </a:path>
                <a:path w="2484120" h="354965">
                  <a:moveTo>
                    <a:pt x="425348" y="3555"/>
                  </a:moveTo>
                  <a:lnTo>
                    <a:pt x="711466" y="3555"/>
                  </a:lnTo>
                  <a:lnTo>
                    <a:pt x="711466" y="58038"/>
                  </a:lnTo>
                  <a:lnTo>
                    <a:pt x="596607" y="58038"/>
                  </a:lnTo>
                  <a:lnTo>
                    <a:pt x="596607" y="349123"/>
                  </a:lnTo>
                  <a:lnTo>
                    <a:pt x="535279" y="349123"/>
                  </a:lnTo>
                  <a:lnTo>
                    <a:pt x="535279" y="58038"/>
                  </a:lnTo>
                  <a:lnTo>
                    <a:pt x="425348" y="58038"/>
                  </a:lnTo>
                  <a:lnTo>
                    <a:pt x="425348" y="3555"/>
                  </a:lnTo>
                  <a:close/>
                </a:path>
                <a:path w="2484120" h="354965">
                  <a:moveTo>
                    <a:pt x="132930" y="3555"/>
                  </a:moveTo>
                  <a:lnTo>
                    <a:pt x="162420" y="3555"/>
                  </a:lnTo>
                  <a:lnTo>
                    <a:pt x="325653" y="212089"/>
                  </a:lnTo>
                  <a:lnTo>
                    <a:pt x="325653" y="3555"/>
                  </a:lnTo>
                  <a:lnTo>
                    <a:pt x="384632" y="3555"/>
                  </a:lnTo>
                  <a:lnTo>
                    <a:pt x="384632" y="353822"/>
                  </a:lnTo>
                  <a:lnTo>
                    <a:pt x="359625" y="353822"/>
                  </a:lnTo>
                  <a:lnTo>
                    <a:pt x="191909" y="135127"/>
                  </a:lnTo>
                  <a:lnTo>
                    <a:pt x="191909" y="349376"/>
                  </a:lnTo>
                  <a:lnTo>
                    <a:pt x="132930" y="349376"/>
                  </a:lnTo>
                  <a:lnTo>
                    <a:pt x="132930" y="3555"/>
                  </a:lnTo>
                  <a:close/>
                </a:path>
                <a:path w="2484120" h="354965">
                  <a:moveTo>
                    <a:pt x="0" y="3555"/>
                  </a:moveTo>
                  <a:lnTo>
                    <a:pt x="61328" y="3555"/>
                  </a:lnTo>
                  <a:lnTo>
                    <a:pt x="61328" y="349123"/>
                  </a:lnTo>
                  <a:lnTo>
                    <a:pt x="0" y="349123"/>
                  </a:lnTo>
                  <a:lnTo>
                    <a:pt x="0" y="3555"/>
                  </a:lnTo>
                  <a:close/>
                </a:path>
                <a:path w="2484120" h="354965">
                  <a:moveTo>
                    <a:pt x="2016645" y="1142"/>
                  </a:moveTo>
                  <a:lnTo>
                    <a:pt x="2054842" y="2714"/>
                  </a:lnTo>
                  <a:lnTo>
                    <a:pt x="2114711" y="15287"/>
                  </a:lnTo>
                  <a:lnTo>
                    <a:pt x="2152982" y="40624"/>
                  </a:lnTo>
                  <a:lnTo>
                    <a:pt x="2171893" y="79867"/>
                  </a:lnTo>
                  <a:lnTo>
                    <a:pt x="2174252" y="104775"/>
                  </a:lnTo>
                  <a:lnTo>
                    <a:pt x="2168645" y="147568"/>
                  </a:lnTo>
                  <a:lnTo>
                    <a:pt x="2151827" y="180853"/>
                  </a:lnTo>
                  <a:lnTo>
                    <a:pt x="2123805" y="204627"/>
                  </a:lnTo>
                  <a:lnTo>
                    <a:pt x="2084584" y="218892"/>
                  </a:lnTo>
                  <a:lnTo>
                    <a:pt x="2034171" y="223647"/>
                  </a:lnTo>
                  <a:lnTo>
                    <a:pt x="2028504" y="223549"/>
                  </a:lnTo>
                  <a:lnTo>
                    <a:pt x="2021979" y="223250"/>
                  </a:lnTo>
                  <a:lnTo>
                    <a:pt x="2014597" y="222736"/>
                  </a:lnTo>
                  <a:lnTo>
                    <a:pt x="2006358" y="221996"/>
                  </a:lnTo>
                  <a:lnTo>
                    <a:pt x="2006358" y="349123"/>
                  </a:lnTo>
                  <a:lnTo>
                    <a:pt x="1945017" y="349123"/>
                  </a:lnTo>
                  <a:lnTo>
                    <a:pt x="1945017" y="3810"/>
                  </a:lnTo>
                  <a:lnTo>
                    <a:pt x="1972497" y="2643"/>
                  </a:lnTo>
                  <a:lnTo>
                    <a:pt x="1993595" y="1809"/>
                  </a:lnTo>
                  <a:lnTo>
                    <a:pt x="2008311" y="1309"/>
                  </a:lnTo>
                  <a:lnTo>
                    <a:pt x="2016645" y="1142"/>
                  </a:lnTo>
                  <a:close/>
                </a:path>
                <a:path w="2484120" h="354965">
                  <a:moveTo>
                    <a:pt x="1417459" y="0"/>
                  </a:moveTo>
                  <a:lnTo>
                    <a:pt x="1475040" y="6359"/>
                  </a:lnTo>
                  <a:lnTo>
                    <a:pt x="1516154" y="25447"/>
                  </a:lnTo>
                  <a:lnTo>
                    <a:pt x="1540814" y="57275"/>
                  </a:lnTo>
                  <a:lnTo>
                    <a:pt x="1549031" y="101853"/>
                  </a:lnTo>
                  <a:lnTo>
                    <a:pt x="1547890" y="116855"/>
                  </a:lnTo>
                  <a:lnTo>
                    <a:pt x="1530870" y="157861"/>
                  </a:lnTo>
                  <a:lnTo>
                    <a:pt x="1498366" y="187328"/>
                  </a:lnTo>
                  <a:lnTo>
                    <a:pt x="1485150" y="193421"/>
                  </a:lnTo>
                  <a:lnTo>
                    <a:pt x="1587258" y="349123"/>
                  </a:lnTo>
                  <a:lnTo>
                    <a:pt x="1516519" y="349123"/>
                  </a:lnTo>
                  <a:lnTo>
                    <a:pt x="1424317" y="206375"/>
                  </a:lnTo>
                  <a:lnTo>
                    <a:pt x="1416654" y="206206"/>
                  </a:lnTo>
                  <a:lnTo>
                    <a:pt x="1407585" y="205882"/>
                  </a:lnTo>
                  <a:lnTo>
                    <a:pt x="1397135" y="205392"/>
                  </a:lnTo>
                  <a:lnTo>
                    <a:pt x="1385328" y="204724"/>
                  </a:lnTo>
                  <a:lnTo>
                    <a:pt x="1385328" y="349123"/>
                  </a:lnTo>
                  <a:lnTo>
                    <a:pt x="1321701" y="349123"/>
                  </a:lnTo>
                  <a:lnTo>
                    <a:pt x="1321701" y="3555"/>
                  </a:lnTo>
                  <a:lnTo>
                    <a:pt x="1326110" y="3438"/>
                  </a:lnTo>
                  <a:lnTo>
                    <a:pt x="1334211" y="3095"/>
                  </a:lnTo>
                  <a:lnTo>
                    <a:pt x="1346026" y="2538"/>
                  </a:lnTo>
                  <a:lnTo>
                    <a:pt x="1361579" y="1777"/>
                  </a:lnTo>
                  <a:lnTo>
                    <a:pt x="1378061" y="1017"/>
                  </a:lnTo>
                  <a:lnTo>
                    <a:pt x="1392853" y="460"/>
                  </a:lnTo>
                  <a:lnTo>
                    <a:pt x="1405978" y="117"/>
                  </a:lnTo>
                  <a:lnTo>
                    <a:pt x="1417459" y="0"/>
                  </a:lnTo>
                  <a:close/>
                </a:path>
                <a:path w="2484120" h="354965">
                  <a:moveTo>
                    <a:pt x="1121803" y="0"/>
                  </a:moveTo>
                  <a:lnTo>
                    <a:pt x="1179384" y="6359"/>
                  </a:lnTo>
                  <a:lnTo>
                    <a:pt x="1220498" y="25447"/>
                  </a:lnTo>
                  <a:lnTo>
                    <a:pt x="1245158" y="57275"/>
                  </a:lnTo>
                  <a:lnTo>
                    <a:pt x="1253375" y="101853"/>
                  </a:lnTo>
                  <a:lnTo>
                    <a:pt x="1252234" y="116855"/>
                  </a:lnTo>
                  <a:lnTo>
                    <a:pt x="1235214" y="157861"/>
                  </a:lnTo>
                  <a:lnTo>
                    <a:pt x="1202710" y="187328"/>
                  </a:lnTo>
                  <a:lnTo>
                    <a:pt x="1189494" y="193421"/>
                  </a:lnTo>
                  <a:lnTo>
                    <a:pt x="1291602" y="349123"/>
                  </a:lnTo>
                  <a:lnTo>
                    <a:pt x="1220863" y="349123"/>
                  </a:lnTo>
                  <a:lnTo>
                    <a:pt x="1128661" y="206375"/>
                  </a:lnTo>
                  <a:lnTo>
                    <a:pt x="1120998" y="206206"/>
                  </a:lnTo>
                  <a:lnTo>
                    <a:pt x="1111929" y="205882"/>
                  </a:lnTo>
                  <a:lnTo>
                    <a:pt x="1101479" y="205392"/>
                  </a:lnTo>
                  <a:lnTo>
                    <a:pt x="1089672" y="204724"/>
                  </a:lnTo>
                  <a:lnTo>
                    <a:pt x="1089672" y="349123"/>
                  </a:lnTo>
                  <a:lnTo>
                    <a:pt x="1026045" y="349123"/>
                  </a:lnTo>
                  <a:lnTo>
                    <a:pt x="1026045" y="3555"/>
                  </a:lnTo>
                  <a:lnTo>
                    <a:pt x="1030454" y="3438"/>
                  </a:lnTo>
                  <a:lnTo>
                    <a:pt x="1038555" y="3095"/>
                  </a:lnTo>
                  <a:lnTo>
                    <a:pt x="1050370" y="2538"/>
                  </a:lnTo>
                  <a:lnTo>
                    <a:pt x="1065923" y="1777"/>
                  </a:lnTo>
                  <a:lnTo>
                    <a:pt x="1082405" y="1017"/>
                  </a:lnTo>
                  <a:lnTo>
                    <a:pt x="1097197" y="460"/>
                  </a:lnTo>
                  <a:lnTo>
                    <a:pt x="1110322" y="117"/>
                  </a:lnTo>
                  <a:lnTo>
                    <a:pt x="1121803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263138" y="868680"/>
            <a:ext cx="3156585" cy="412115"/>
            <a:chOff x="3263138" y="868680"/>
            <a:chExt cx="3156585" cy="412115"/>
          </a:xfrm>
        </p:grpSpPr>
        <p:sp>
          <p:nvSpPr>
            <p:cNvPr id="9" name="object 9"/>
            <p:cNvSpPr/>
            <p:nvPr/>
          </p:nvSpPr>
          <p:spPr>
            <a:xfrm>
              <a:off x="3264027" y="869569"/>
              <a:ext cx="3154426" cy="4103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26658" y="1117727"/>
              <a:ext cx="77469" cy="778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79770" y="921131"/>
              <a:ext cx="91185" cy="899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19907" y="921131"/>
              <a:ext cx="91185" cy="899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4191" y="918083"/>
              <a:ext cx="157607" cy="2247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64027" y="869569"/>
              <a:ext cx="3154680" cy="410845"/>
            </a:xfrm>
            <a:custGeom>
              <a:avLst/>
              <a:gdLst/>
              <a:ahLst/>
              <a:cxnLst/>
              <a:rect l="l" t="t" r="r" b="b"/>
              <a:pathLst>
                <a:path w="3154679" h="410844">
                  <a:moveTo>
                    <a:pt x="2223516" y="6095"/>
                  </a:moveTo>
                  <a:lnTo>
                    <a:pt x="2420366" y="6095"/>
                  </a:lnTo>
                  <a:lnTo>
                    <a:pt x="2420366" y="54736"/>
                  </a:lnTo>
                  <a:lnTo>
                    <a:pt x="2278253" y="54736"/>
                  </a:lnTo>
                  <a:lnTo>
                    <a:pt x="2278253" y="127000"/>
                  </a:lnTo>
                  <a:lnTo>
                    <a:pt x="2380107" y="127000"/>
                  </a:lnTo>
                  <a:lnTo>
                    <a:pt x="2380107" y="173481"/>
                  </a:lnTo>
                  <a:lnTo>
                    <a:pt x="2278253" y="173481"/>
                  </a:lnTo>
                  <a:lnTo>
                    <a:pt x="2278253" y="265938"/>
                  </a:lnTo>
                  <a:lnTo>
                    <a:pt x="2418080" y="265938"/>
                  </a:lnTo>
                  <a:lnTo>
                    <a:pt x="2418080" y="314578"/>
                  </a:lnTo>
                  <a:lnTo>
                    <a:pt x="2223516" y="314578"/>
                  </a:lnTo>
                  <a:lnTo>
                    <a:pt x="2223516" y="6095"/>
                  </a:lnTo>
                  <a:close/>
                </a:path>
                <a:path w="3154679" h="410844">
                  <a:moveTo>
                    <a:pt x="1546860" y="6095"/>
                  </a:moveTo>
                  <a:lnTo>
                    <a:pt x="1802384" y="6095"/>
                  </a:lnTo>
                  <a:lnTo>
                    <a:pt x="1802384" y="54736"/>
                  </a:lnTo>
                  <a:lnTo>
                    <a:pt x="1699768" y="54736"/>
                  </a:lnTo>
                  <a:lnTo>
                    <a:pt x="1699768" y="314578"/>
                  </a:lnTo>
                  <a:lnTo>
                    <a:pt x="1645031" y="314578"/>
                  </a:lnTo>
                  <a:lnTo>
                    <a:pt x="1645031" y="54736"/>
                  </a:lnTo>
                  <a:lnTo>
                    <a:pt x="1546860" y="54736"/>
                  </a:lnTo>
                  <a:lnTo>
                    <a:pt x="1546860" y="6095"/>
                  </a:lnTo>
                  <a:close/>
                </a:path>
                <a:path w="3154679" h="410844">
                  <a:moveTo>
                    <a:pt x="1107948" y="6095"/>
                  </a:moveTo>
                  <a:lnTo>
                    <a:pt x="1304798" y="6095"/>
                  </a:lnTo>
                  <a:lnTo>
                    <a:pt x="1304798" y="54736"/>
                  </a:lnTo>
                  <a:lnTo>
                    <a:pt x="1162685" y="54736"/>
                  </a:lnTo>
                  <a:lnTo>
                    <a:pt x="1162685" y="127000"/>
                  </a:lnTo>
                  <a:lnTo>
                    <a:pt x="1264539" y="127000"/>
                  </a:lnTo>
                  <a:lnTo>
                    <a:pt x="1264539" y="173481"/>
                  </a:lnTo>
                  <a:lnTo>
                    <a:pt x="1162685" y="173481"/>
                  </a:lnTo>
                  <a:lnTo>
                    <a:pt x="1162685" y="265938"/>
                  </a:lnTo>
                  <a:lnTo>
                    <a:pt x="1302512" y="265938"/>
                  </a:lnTo>
                  <a:lnTo>
                    <a:pt x="1302512" y="314578"/>
                  </a:lnTo>
                  <a:lnTo>
                    <a:pt x="1107948" y="314578"/>
                  </a:lnTo>
                  <a:lnTo>
                    <a:pt x="1107948" y="6095"/>
                  </a:lnTo>
                  <a:close/>
                </a:path>
                <a:path w="3154679" h="410844">
                  <a:moveTo>
                    <a:pt x="815339" y="6095"/>
                  </a:moveTo>
                  <a:lnTo>
                    <a:pt x="870076" y="6095"/>
                  </a:lnTo>
                  <a:lnTo>
                    <a:pt x="870076" y="215137"/>
                  </a:lnTo>
                  <a:lnTo>
                    <a:pt x="871027" y="227022"/>
                  </a:lnTo>
                  <a:lnTo>
                    <a:pt x="893504" y="262465"/>
                  </a:lnTo>
                  <a:lnTo>
                    <a:pt x="926973" y="271144"/>
                  </a:lnTo>
                  <a:lnTo>
                    <a:pt x="940946" y="270192"/>
                  </a:lnTo>
                  <a:lnTo>
                    <a:pt x="980388" y="247572"/>
                  </a:lnTo>
                  <a:lnTo>
                    <a:pt x="989711" y="214121"/>
                  </a:lnTo>
                  <a:lnTo>
                    <a:pt x="989711" y="6095"/>
                  </a:lnTo>
                  <a:lnTo>
                    <a:pt x="1044448" y="6095"/>
                  </a:lnTo>
                  <a:lnTo>
                    <a:pt x="1044448" y="218312"/>
                  </a:lnTo>
                  <a:lnTo>
                    <a:pt x="1042449" y="240837"/>
                  </a:lnTo>
                  <a:lnTo>
                    <a:pt x="1026499" y="278124"/>
                  </a:lnTo>
                  <a:lnTo>
                    <a:pt x="995255" y="304676"/>
                  </a:lnTo>
                  <a:lnTo>
                    <a:pt x="952670" y="318115"/>
                  </a:lnTo>
                  <a:lnTo>
                    <a:pt x="927353" y="319785"/>
                  </a:lnTo>
                  <a:lnTo>
                    <a:pt x="902037" y="318142"/>
                  </a:lnTo>
                  <a:lnTo>
                    <a:pt x="860595" y="304998"/>
                  </a:lnTo>
                  <a:lnTo>
                    <a:pt x="831681" y="278925"/>
                  </a:lnTo>
                  <a:lnTo>
                    <a:pt x="817151" y="241258"/>
                  </a:lnTo>
                  <a:lnTo>
                    <a:pt x="815339" y="218185"/>
                  </a:lnTo>
                  <a:lnTo>
                    <a:pt x="815339" y="6095"/>
                  </a:lnTo>
                  <a:close/>
                </a:path>
                <a:path w="3154679" h="410844">
                  <a:moveTo>
                    <a:pt x="263651" y="6095"/>
                  </a:moveTo>
                  <a:lnTo>
                    <a:pt x="460501" y="6095"/>
                  </a:lnTo>
                  <a:lnTo>
                    <a:pt x="460501" y="54736"/>
                  </a:lnTo>
                  <a:lnTo>
                    <a:pt x="318388" y="54736"/>
                  </a:lnTo>
                  <a:lnTo>
                    <a:pt x="318388" y="127000"/>
                  </a:lnTo>
                  <a:lnTo>
                    <a:pt x="420243" y="127000"/>
                  </a:lnTo>
                  <a:lnTo>
                    <a:pt x="420243" y="173481"/>
                  </a:lnTo>
                  <a:lnTo>
                    <a:pt x="318388" y="173481"/>
                  </a:lnTo>
                  <a:lnTo>
                    <a:pt x="318388" y="265938"/>
                  </a:lnTo>
                  <a:lnTo>
                    <a:pt x="458215" y="265938"/>
                  </a:lnTo>
                  <a:lnTo>
                    <a:pt x="458215" y="314578"/>
                  </a:lnTo>
                  <a:lnTo>
                    <a:pt x="263651" y="314578"/>
                  </a:lnTo>
                  <a:lnTo>
                    <a:pt x="263651" y="6095"/>
                  </a:lnTo>
                  <a:close/>
                </a:path>
                <a:path w="3154679" h="410844">
                  <a:moveTo>
                    <a:pt x="2045335" y="2920"/>
                  </a:moveTo>
                  <a:lnTo>
                    <a:pt x="2096748" y="8610"/>
                  </a:lnTo>
                  <a:lnTo>
                    <a:pt x="2133457" y="25669"/>
                  </a:lnTo>
                  <a:lnTo>
                    <a:pt x="2155473" y="54088"/>
                  </a:lnTo>
                  <a:lnTo>
                    <a:pt x="2162810" y="93852"/>
                  </a:lnTo>
                  <a:lnTo>
                    <a:pt x="2161807" y="107259"/>
                  </a:lnTo>
                  <a:lnTo>
                    <a:pt x="2146681" y="143763"/>
                  </a:lnTo>
                  <a:lnTo>
                    <a:pt x="2117552" y="170142"/>
                  </a:lnTo>
                  <a:lnTo>
                    <a:pt x="2105787" y="175640"/>
                  </a:lnTo>
                  <a:lnTo>
                    <a:pt x="2196973" y="314578"/>
                  </a:lnTo>
                  <a:lnTo>
                    <a:pt x="2133727" y="314578"/>
                  </a:lnTo>
                  <a:lnTo>
                    <a:pt x="2051431" y="187197"/>
                  </a:lnTo>
                  <a:lnTo>
                    <a:pt x="2044618" y="187031"/>
                  </a:lnTo>
                  <a:lnTo>
                    <a:pt x="2036556" y="186721"/>
                  </a:lnTo>
                  <a:lnTo>
                    <a:pt x="2027231" y="186269"/>
                  </a:lnTo>
                  <a:lnTo>
                    <a:pt x="2016633" y="185673"/>
                  </a:lnTo>
                  <a:lnTo>
                    <a:pt x="2016633" y="314578"/>
                  </a:lnTo>
                  <a:lnTo>
                    <a:pt x="1959864" y="314578"/>
                  </a:lnTo>
                  <a:lnTo>
                    <a:pt x="1959864" y="6095"/>
                  </a:lnTo>
                  <a:lnTo>
                    <a:pt x="1963795" y="5998"/>
                  </a:lnTo>
                  <a:lnTo>
                    <a:pt x="1971024" y="5699"/>
                  </a:lnTo>
                  <a:lnTo>
                    <a:pt x="1981563" y="5185"/>
                  </a:lnTo>
                  <a:lnTo>
                    <a:pt x="1995424" y="4444"/>
                  </a:lnTo>
                  <a:lnTo>
                    <a:pt x="2010116" y="3778"/>
                  </a:lnTo>
                  <a:lnTo>
                    <a:pt x="2023332" y="3301"/>
                  </a:lnTo>
                  <a:lnTo>
                    <a:pt x="2035071" y="3016"/>
                  </a:lnTo>
                  <a:lnTo>
                    <a:pt x="2045335" y="2920"/>
                  </a:lnTo>
                  <a:close/>
                </a:path>
                <a:path w="3154679" h="410844">
                  <a:moveTo>
                    <a:pt x="85471" y="2920"/>
                  </a:moveTo>
                  <a:lnTo>
                    <a:pt x="136884" y="8610"/>
                  </a:lnTo>
                  <a:lnTo>
                    <a:pt x="173593" y="25669"/>
                  </a:lnTo>
                  <a:lnTo>
                    <a:pt x="195609" y="54088"/>
                  </a:lnTo>
                  <a:lnTo>
                    <a:pt x="202946" y="93852"/>
                  </a:lnTo>
                  <a:lnTo>
                    <a:pt x="201943" y="107259"/>
                  </a:lnTo>
                  <a:lnTo>
                    <a:pt x="186817" y="143763"/>
                  </a:lnTo>
                  <a:lnTo>
                    <a:pt x="157688" y="170142"/>
                  </a:lnTo>
                  <a:lnTo>
                    <a:pt x="145923" y="175640"/>
                  </a:lnTo>
                  <a:lnTo>
                    <a:pt x="237109" y="314578"/>
                  </a:lnTo>
                  <a:lnTo>
                    <a:pt x="173862" y="314578"/>
                  </a:lnTo>
                  <a:lnTo>
                    <a:pt x="91567" y="187197"/>
                  </a:lnTo>
                  <a:lnTo>
                    <a:pt x="84754" y="187031"/>
                  </a:lnTo>
                  <a:lnTo>
                    <a:pt x="76692" y="186721"/>
                  </a:lnTo>
                  <a:lnTo>
                    <a:pt x="67367" y="186269"/>
                  </a:lnTo>
                  <a:lnTo>
                    <a:pt x="56769" y="185673"/>
                  </a:lnTo>
                  <a:lnTo>
                    <a:pt x="56769" y="314578"/>
                  </a:lnTo>
                  <a:lnTo>
                    <a:pt x="0" y="314578"/>
                  </a:lnTo>
                  <a:lnTo>
                    <a:pt x="0" y="6095"/>
                  </a:lnTo>
                  <a:lnTo>
                    <a:pt x="3931" y="5998"/>
                  </a:lnTo>
                  <a:lnTo>
                    <a:pt x="11160" y="5699"/>
                  </a:lnTo>
                  <a:lnTo>
                    <a:pt x="21699" y="5185"/>
                  </a:lnTo>
                  <a:lnTo>
                    <a:pt x="35560" y="4444"/>
                  </a:lnTo>
                  <a:lnTo>
                    <a:pt x="50252" y="3778"/>
                  </a:lnTo>
                  <a:lnTo>
                    <a:pt x="63468" y="3301"/>
                  </a:lnTo>
                  <a:lnTo>
                    <a:pt x="75207" y="3016"/>
                  </a:lnTo>
                  <a:lnTo>
                    <a:pt x="85471" y="2920"/>
                  </a:lnTo>
                  <a:close/>
                </a:path>
                <a:path w="3154679" h="410844">
                  <a:moveTo>
                    <a:pt x="2610358" y="761"/>
                  </a:moveTo>
                  <a:lnTo>
                    <a:pt x="2634763" y="2665"/>
                  </a:lnTo>
                  <a:lnTo>
                    <a:pt x="2657300" y="8366"/>
                  </a:lnTo>
                  <a:lnTo>
                    <a:pt x="2677955" y="17853"/>
                  </a:lnTo>
                  <a:lnTo>
                    <a:pt x="2696718" y="31114"/>
                  </a:lnTo>
                  <a:lnTo>
                    <a:pt x="2673731" y="75183"/>
                  </a:lnTo>
                  <a:lnTo>
                    <a:pt x="2668228" y="70824"/>
                  </a:lnTo>
                  <a:lnTo>
                    <a:pt x="2661427" y="66500"/>
                  </a:lnTo>
                  <a:lnTo>
                    <a:pt x="2625058" y="51562"/>
                  </a:lnTo>
                  <a:lnTo>
                    <a:pt x="2609088" y="49402"/>
                  </a:lnTo>
                  <a:lnTo>
                    <a:pt x="2587535" y="51331"/>
                  </a:lnTo>
                  <a:lnTo>
                    <a:pt x="2551670" y="66762"/>
                  </a:lnTo>
                  <a:lnTo>
                    <a:pt x="2525758" y="97004"/>
                  </a:lnTo>
                  <a:lnTo>
                    <a:pt x="2512562" y="138342"/>
                  </a:lnTo>
                  <a:lnTo>
                    <a:pt x="2510917" y="162940"/>
                  </a:lnTo>
                  <a:lnTo>
                    <a:pt x="2512534" y="186352"/>
                  </a:lnTo>
                  <a:lnTo>
                    <a:pt x="2525436" y="225698"/>
                  </a:lnTo>
                  <a:lnTo>
                    <a:pt x="2550798" y="254589"/>
                  </a:lnTo>
                  <a:lnTo>
                    <a:pt x="2585954" y="269309"/>
                  </a:lnTo>
                  <a:lnTo>
                    <a:pt x="2607056" y="271144"/>
                  </a:lnTo>
                  <a:lnTo>
                    <a:pt x="2621006" y="270144"/>
                  </a:lnTo>
                  <a:lnTo>
                    <a:pt x="2655189" y="194563"/>
                  </a:lnTo>
                  <a:lnTo>
                    <a:pt x="2612517" y="194563"/>
                  </a:lnTo>
                  <a:lnTo>
                    <a:pt x="2612517" y="147827"/>
                  </a:lnTo>
                  <a:lnTo>
                    <a:pt x="2709926" y="147827"/>
                  </a:lnTo>
                  <a:lnTo>
                    <a:pt x="2709926" y="285876"/>
                  </a:lnTo>
                  <a:lnTo>
                    <a:pt x="2674242" y="305986"/>
                  </a:lnTo>
                  <a:lnTo>
                    <a:pt x="2628741" y="317579"/>
                  </a:lnTo>
                  <a:lnTo>
                    <a:pt x="2598166" y="319785"/>
                  </a:lnTo>
                  <a:lnTo>
                    <a:pt x="2566733" y="317071"/>
                  </a:lnTo>
                  <a:lnTo>
                    <a:pt x="2514155" y="295354"/>
                  </a:lnTo>
                  <a:lnTo>
                    <a:pt x="2476007" y="252874"/>
                  </a:lnTo>
                  <a:lnTo>
                    <a:pt x="2456576" y="195395"/>
                  </a:lnTo>
                  <a:lnTo>
                    <a:pt x="2454148" y="161416"/>
                  </a:lnTo>
                  <a:lnTo>
                    <a:pt x="2456791" y="127440"/>
                  </a:lnTo>
                  <a:lnTo>
                    <a:pt x="2477936" y="69441"/>
                  </a:lnTo>
                  <a:lnTo>
                    <a:pt x="2519418" y="25890"/>
                  </a:lnTo>
                  <a:lnTo>
                    <a:pt x="2576377" y="3550"/>
                  </a:lnTo>
                  <a:lnTo>
                    <a:pt x="2610358" y="761"/>
                  </a:lnTo>
                  <a:close/>
                </a:path>
                <a:path w="3154679" h="410844">
                  <a:moveTo>
                    <a:pt x="1432687" y="761"/>
                  </a:moveTo>
                  <a:lnTo>
                    <a:pt x="1457666" y="2022"/>
                  </a:lnTo>
                  <a:lnTo>
                    <a:pt x="1479073" y="5794"/>
                  </a:lnTo>
                  <a:lnTo>
                    <a:pt x="1496909" y="12066"/>
                  </a:lnTo>
                  <a:lnTo>
                    <a:pt x="1511173" y="20827"/>
                  </a:lnTo>
                  <a:lnTo>
                    <a:pt x="1494536" y="67944"/>
                  </a:lnTo>
                  <a:lnTo>
                    <a:pt x="1479940" y="58943"/>
                  </a:lnTo>
                  <a:lnTo>
                    <a:pt x="1464929" y="52514"/>
                  </a:lnTo>
                  <a:lnTo>
                    <a:pt x="1449512" y="48656"/>
                  </a:lnTo>
                  <a:lnTo>
                    <a:pt x="1433702" y="47370"/>
                  </a:lnTo>
                  <a:lnTo>
                    <a:pt x="1424797" y="47992"/>
                  </a:lnTo>
                  <a:lnTo>
                    <a:pt x="1394596" y="75692"/>
                  </a:lnTo>
                  <a:lnTo>
                    <a:pt x="1393952" y="83311"/>
                  </a:lnTo>
                  <a:lnTo>
                    <a:pt x="1397619" y="96748"/>
                  </a:lnTo>
                  <a:lnTo>
                    <a:pt x="1408620" y="110410"/>
                  </a:lnTo>
                  <a:lnTo>
                    <a:pt x="1426956" y="124334"/>
                  </a:lnTo>
                  <a:lnTo>
                    <a:pt x="1452626" y="138556"/>
                  </a:lnTo>
                  <a:lnTo>
                    <a:pt x="1467058" y="145956"/>
                  </a:lnTo>
                  <a:lnTo>
                    <a:pt x="1479311" y="153082"/>
                  </a:lnTo>
                  <a:lnTo>
                    <a:pt x="1509410" y="180181"/>
                  </a:lnTo>
                  <a:lnTo>
                    <a:pt x="1524837" y="223716"/>
                  </a:lnTo>
                  <a:lnTo>
                    <a:pt x="1525270" y="233933"/>
                  </a:lnTo>
                  <a:lnTo>
                    <a:pt x="1523434" y="251864"/>
                  </a:lnTo>
                  <a:lnTo>
                    <a:pt x="1495806" y="295655"/>
                  </a:lnTo>
                  <a:lnTo>
                    <a:pt x="1461119" y="313769"/>
                  </a:lnTo>
                  <a:lnTo>
                    <a:pt x="1416431" y="319785"/>
                  </a:lnTo>
                  <a:lnTo>
                    <a:pt x="1395408" y="318402"/>
                  </a:lnTo>
                  <a:lnTo>
                    <a:pt x="1375410" y="314245"/>
                  </a:lnTo>
                  <a:lnTo>
                    <a:pt x="1356459" y="307302"/>
                  </a:lnTo>
                  <a:lnTo>
                    <a:pt x="1338580" y="297560"/>
                  </a:lnTo>
                  <a:lnTo>
                    <a:pt x="1358773" y="248411"/>
                  </a:lnTo>
                  <a:lnTo>
                    <a:pt x="1374913" y="258393"/>
                  </a:lnTo>
                  <a:lnTo>
                    <a:pt x="1390935" y="265493"/>
                  </a:lnTo>
                  <a:lnTo>
                    <a:pt x="1406814" y="269736"/>
                  </a:lnTo>
                  <a:lnTo>
                    <a:pt x="1422527" y="271144"/>
                  </a:lnTo>
                  <a:lnTo>
                    <a:pt x="1443622" y="269047"/>
                  </a:lnTo>
                  <a:lnTo>
                    <a:pt x="1458706" y="262747"/>
                  </a:lnTo>
                  <a:lnTo>
                    <a:pt x="1467764" y="252231"/>
                  </a:lnTo>
                  <a:lnTo>
                    <a:pt x="1470787" y="237489"/>
                  </a:lnTo>
                  <a:lnTo>
                    <a:pt x="1470072" y="229679"/>
                  </a:lnTo>
                  <a:lnTo>
                    <a:pt x="1442037" y="192230"/>
                  </a:lnTo>
                  <a:lnTo>
                    <a:pt x="1396281" y="166784"/>
                  </a:lnTo>
                  <a:lnTo>
                    <a:pt x="1382871" y="159083"/>
                  </a:lnTo>
                  <a:lnTo>
                    <a:pt x="1353851" y="133445"/>
                  </a:lnTo>
                  <a:lnTo>
                    <a:pt x="1339621" y="93152"/>
                  </a:lnTo>
                  <a:lnTo>
                    <a:pt x="1339214" y="83819"/>
                  </a:lnTo>
                  <a:lnTo>
                    <a:pt x="1340838" y="66674"/>
                  </a:lnTo>
                  <a:lnTo>
                    <a:pt x="1365377" y="24383"/>
                  </a:lnTo>
                  <a:lnTo>
                    <a:pt x="1413061" y="2238"/>
                  </a:lnTo>
                  <a:lnTo>
                    <a:pt x="1432687" y="761"/>
                  </a:lnTo>
                  <a:close/>
                </a:path>
                <a:path w="3154679" h="410844">
                  <a:moveTo>
                    <a:pt x="624839" y="634"/>
                  </a:moveTo>
                  <a:lnTo>
                    <a:pt x="683895" y="11048"/>
                  </a:lnTo>
                  <a:lnTo>
                    <a:pt x="727710" y="42417"/>
                  </a:lnTo>
                  <a:lnTo>
                    <a:pt x="754745" y="92392"/>
                  </a:lnTo>
                  <a:lnTo>
                    <a:pt x="763777" y="158750"/>
                  </a:lnTo>
                  <a:lnTo>
                    <a:pt x="759253" y="209419"/>
                  </a:lnTo>
                  <a:lnTo>
                    <a:pt x="745680" y="250920"/>
                  </a:lnTo>
                  <a:lnTo>
                    <a:pt x="723058" y="283229"/>
                  </a:lnTo>
                  <a:lnTo>
                    <a:pt x="691388" y="306323"/>
                  </a:lnTo>
                  <a:lnTo>
                    <a:pt x="704723" y="317398"/>
                  </a:lnTo>
                  <a:lnTo>
                    <a:pt x="721868" y="325294"/>
                  </a:lnTo>
                  <a:lnTo>
                    <a:pt x="742823" y="330023"/>
                  </a:lnTo>
                  <a:lnTo>
                    <a:pt x="767588" y="331596"/>
                  </a:lnTo>
                  <a:lnTo>
                    <a:pt x="777065" y="331335"/>
                  </a:lnTo>
                  <a:lnTo>
                    <a:pt x="785876" y="330549"/>
                  </a:lnTo>
                  <a:lnTo>
                    <a:pt x="794019" y="329239"/>
                  </a:lnTo>
                  <a:lnTo>
                    <a:pt x="801497" y="327405"/>
                  </a:lnTo>
                  <a:lnTo>
                    <a:pt x="801497" y="378332"/>
                  </a:lnTo>
                  <a:lnTo>
                    <a:pt x="794519" y="379166"/>
                  </a:lnTo>
                  <a:lnTo>
                    <a:pt x="787495" y="379761"/>
                  </a:lnTo>
                  <a:lnTo>
                    <a:pt x="780422" y="380118"/>
                  </a:lnTo>
                  <a:lnTo>
                    <a:pt x="773302" y="380238"/>
                  </a:lnTo>
                  <a:lnTo>
                    <a:pt x="754084" y="379257"/>
                  </a:lnTo>
                  <a:lnTo>
                    <a:pt x="701167" y="364363"/>
                  </a:lnTo>
                  <a:lnTo>
                    <a:pt x="659929" y="333359"/>
                  </a:lnTo>
                  <a:lnTo>
                    <a:pt x="649859" y="319785"/>
                  </a:lnTo>
                  <a:lnTo>
                    <a:pt x="644651" y="320801"/>
                  </a:lnTo>
                  <a:lnTo>
                    <a:pt x="636270" y="321309"/>
                  </a:lnTo>
                  <a:lnTo>
                    <a:pt x="624839" y="321309"/>
                  </a:lnTo>
                  <a:lnTo>
                    <a:pt x="570436" y="309959"/>
                  </a:lnTo>
                  <a:lnTo>
                    <a:pt x="529082" y="275843"/>
                  </a:lnTo>
                  <a:lnTo>
                    <a:pt x="502967" y="223821"/>
                  </a:lnTo>
                  <a:lnTo>
                    <a:pt x="494284" y="158750"/>
                  </a:lnTo>
                  <a:lnTo>
                    <a:pt x="496500" y="126247"/>
                  </a:lnTo>
                  <a:lnTo>
                    <a:pt x="514268" y="69721"/>
                  </a:lnTo>
                  <a:lnTo>
                    <a:pt x="549134" y="25977"/>
                  </a:lnTo>
                  <a:lnTo>
                    <a:pt x="596620" y="3446"/>
                  </a:lnTo>
                  <a:lnTo>
                    <a:pt x="624839" y="634"/>
                  </a:lnTo>
                  <a:close/>
                </a:path>
                <a:path w="3154679" h="410844">
                  <a:moveTo>
                    <a:pt x="3154426" y="0"/>
                  </a:moveTo>
                  <a:lnTo>
                    <a:pt x="3154426" y="28955"/>
                  </a:lnTo>
                  <a:lnTo>
                    <a:pt x="3136163" y="61414"/>
                  </a:lnTo>
                  <a:lnTo>
                    <a:pt x="3123104" y="100314"/>
                  </a:lnTo>
                  <a:lnTo>
                    <a:pt x="3115260" y="145667"/>
                  </a:lnTo>
                  <a:lnTo>
                    <a:pt x="3112643" y="197484"/>
                  </a:lnTo>
                  <a:lnTo>
                    <a:pt x="3115260" y="257708"/>
                  </a:lnTo>
                  <a:lnTo>
                    <a:pt x="3123104" y="307324"/>
                  </a:lnTo>
                  <a:lnTo>
                    <a:pt x="3136163" y="346342"/>
                  </a:lnTo>
                  <a:lnTo>
                    <a:pt x="3154426" y="374776"/>
                  </a:lnTo>
                  <a:lnTo>
                    <a:pt x="3154426" y="410336"/>
                  </a:lnTo>
                  <a:lnTo>
                    <a:pt x="3110547" y="371220"/>
                  </a:lnTo>
                  <a:lnTo>
                    <a:pt x="3078480" y="321055"/>
                  </a:lnTo>
                  <a:lnTo>
                    <a:pt x="3058763" y="262318"/>
                  </a:lnTo>
                  <a:lnTo>
                    <a:pt x="3052191" y="197103"/>
                  </a:lnTo>
                  <a:lnTo>
                    <a:pt x="3054044" y="167790"/>
                  </a:lnTo>
                  <a:lnTo>
                    <a:pt x="3068800" y="109307"/>
                  </a:lnTo>
                  <a:lnTo>
                    <a:pt x="3097276" y="53203"/>
                  </a:lnTo>
                  <a:lnTo>
                    <a:pt x="3133661" y="13146"/>
                  </a:lnTo>
                  <a:lnTo>
                    <a:pt x="3154426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472173" y="868680"/>
            <a:ext cx="753745" cy="412115"/>
            <a:chOff x="6472173" y="868680"/>
            <a:chExt cx="753745" cy="412115"/>
          </a:xfrm>
        </p:grpSpPr>
        <p:sp>
          <p:nvSpPr>
            <p:cNvPr id="16" name="object 16"/>
            <p:cNvSpPr/>
            <p:nvPr/>
          </p:nvSpPr>
          <p:spPr>
            <a:xfrm>
              <a:off x="6473062" y="872490"/>
              <a:ext cx="620140" cy="31165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11974" y="921131"/>
              <a:ext cx="91186" cy="899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48322" y="921131"/>
              <a:ext cx="91186" cy="8991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3062" y="872490"/>
              <a:ext cx="620395" cy="311785"/>
            </a:xfrm>
            <a:custGeom>
              <a:avLst/>
              <a:gdLst/>
              <a:ahLst/>
              <a:cxnLst/>
              <a:rect l="l" t="t" r="r" b="b"/>
              <a:pathLst>
                <a:path w="620395" h="311784">
                  <a:moveTo>
                    <a:pt x="0" y="3175"/>
                  </a:moveTo>
                  <a:lnTo>
                    <a:pt x="54737" y="3175"/>
                  </a:lnTo>
                  <a:lnTo>
                    <a:pt x="54737" y="311658"/>
                  </a:lnTo>
                  <a:lnTo>
                    <a:pt x="0" y="311658"/>
                  </a:lnTo>
                  <a:lnTo>
                    <a:pt x="0" y="3175"/>
                  </a:lnTo>
                  <a:close/>
                </a:path>
                <a:path w="620395" h="311784">
                  <a:moveTo>
                    <a:pt x="468503" y="0"/>
                  </a:moveTo>
                  <a:lnTo>
                    <a:pt x="519916" y="5689"/>
                  </a:lnTo>
                  <a:lnTo>
                    <a:pt x="556625" y="22748"/>
                  </a:lnTo>
                  <a:lnTo>
                    <a:pt x="578641" y="51167"/>
                  </a:lnTo>
                  <a:lnTo>
                    <a:pt x="585978" y="90932"/>
                  </a:lnTo>
                  <a:lnTo>
                    <a:pt x="584975" y="104338"/>
                  </a:lnTo>
                  <a:lnTo>
                    <a:pt x="569848" y="140843"/>
                  </a:lnTo>
                  <a:lnTo>
                    <a:pt x="540720" y="167221"/>
                  </a:lnTo>
                  <a:lnTo>
                    <a:pt x="528955" y="172720"/>
                  </a:lnTo>
                  <a:lnTo>
                    <a:pt x="620140" y="311658"/>
                  </a:lnTo>
                  <a:lnTo>
                    <a:pt x="556894" y="311658"/>
                  </a:lnTo>
                  <a:lnTo>
                    <a:pt x="474598" y="184276"/>
                  </a:lnTo>
                  <a:lnTo>
                    <a:pt x="467786" y="184110"/>
                  </a:lnTo>
                  <a:lnTo>
                    <a:pt x="459724" y="183800"/>
                  </a:lnTo>
                  <a:lnTo>
                    <a:pt x="450399" y="183348"/>
                  </a:lnTo>
                  <a:lnTo>
                    <a:pt x="439801" y="182752"/>
                  </a:lnTo>
                  <a:lnTo>
                    <a:pt x="439801" y="311658"/>
                  </a:lnTo>
                  <a:lnTo>
                    <a:pt x="383032" y="311658"/>
                  </a:lnTo>
                  <a:lnTo>
                    <a:pt x="383032" y="3175"/>
                  </a:lnTo>
                  <a:lnTo>
                    <a:pt x="386963" y="3077"/>
                  </a:lnTo>
                  <a:lnTo>
                    <a:pt x="394192" y="2778"/>
                  </a:lnTo>
                  <a:lnTo>
                    <a:pt x="404731" y="2264"/>
                  </a:lnTo>
                  <a:lnTo>
                    <a:pt x="418591" y="1524"/>
                  </a:lnTo>
                  <a:lnTo>
                    <a:pt x="433284" y="857"/>
                  </a:lnTo>
                  <a:lnTo>
                    <a:pt x="446500" y="380"/>
                  </a:lnTo>
                  <a:lnTo>
                    <a:pt x="458239" y="95"/>
                  </a:lnTo>
                  <a:lnTo>
                    <a:pt x="468503" y="0"/>
                  </a:lnTo>
                  <a:close/>
                </a:path>
                <a:path w="620395" h="311784">
                  <a:moveTo>
                    <a:pt x="204851" y="0"/>
                  </a:moveTo>
                  <a:lnTo>
                    <a:pt x="256264" y="5689"/>
                  </a:lnTo>
                  <a:lnTo>
                    <a:pt x="292973" y="22748"/>
                  </a:lnTo>
                  <a:lnTo>
                    <a:pt x="314989" y="51167"/>
                  </a:lnTo>
                  <a:lnTo>
                    <a:pt x="322326" y="90932"/>
                  </a:lnTo>
                  <a:lnTo>
                    <a:pt x="321323" y="104338"/>
                  </a:lnTo>
                  <a:lnTo>
                    <a:pt x="306196" y="140843"/>
                  </a:lnTo>
                  <a:lnTo>
                    <a:pt x="277068" y="167221"/>
                  </a:lnTo>
                  <a:lnTo>
                    <a:pt x="265303" y="172720"/>
                  </a:lnTo>
                  <a:lnTo>
                    <a:pt x="356488" y="311658"/>
                  </a:lnTo>
                  <a:lnTo>
                    <a:pt x="293242" y="311658"/>
                  </a:lnTo>
                  <a:lnTo>
                    <a:pt x="210946" y="184276"/>
                  </a:lnTo>
                  <a:lnTo>
                    <a:pt x="204134" y="184110"/>
                  </a:lnTo>
                  <a:lnTo>
                    <a:pt x="196072" y="183800"/>
                  </a:lnTo>
                  <a:lnTo>
                    <a:pt x="186747" y="183348"/>
                  </a:lnTo>
                  <a:lnTo>
                    <a:pt x="176148" y="182752"/>
                  </a:lnTo>
                  <a:lnTo>
                    <a:pt x="176148" y="311658"/>
                  </a:lnTo>
                  <a:lnTo>
                    <a:pt x="119380" y="311658"/>
                  </a:lnTo>
                  <a:lnTo>
                    <a:pt x="119380" y="3175"/>
                  </a:lnTo>
                  <a:lnTo>
                    <a:pt x="123311" y="3077"/>
                  </a:lnTo>
                  <a:lnTo>
                    <a:pt x="130540" y="2778"/>
                  </a:lnTo>
                  <a:lnTo>
                    <a:pt x="141079" y="2264"/>
                  </a:lnTo>
                  <a:lnTo>
                    <a:pt x="154939" y="1524"/>
                  </a:lnTo>
                  <a:lnTo>
                    <a:pt x="169632" y="857"/>
                  </a:lnTo>
                  <a:lnTo>
                    <a:pt x="182848" y="380"/>
                  </a:lnTo>
                  <a:lnTo>
                    <a:pt x="194587" y="95"/>
                  </a:lnTo>
                  <a:lnTo>
                    <a:pt x="204851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22413" y="869569"/>
              <a:ext cx="102234" cy="41033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22413" y="869569"/>
              <a:ext cx="102235" cy="410845"/>
            </a:xfrm>
            <a:custGeom>
              <a:avLst/>
              <a:gdLst/>
              <a:ahLst/>
              <a:cxnLst/>
              <a:rect l="l" t="t" r="r" b="b"/>
              <a:pathLst>
                <a:path w="102234" h="410844">
                  <a:moveTo>
                    <a:pt x="0" y="0"/>
                  </a:moveTo>
                  <a:lnTo>
                    <a:pt x="39798" y="30876"/>
                  </a:lnTo>
                  <a:lnTo>
                    <a:pt x="72643" y="80136"/>
                  </a:lnTo>
                  <a:lnTo>
                    <a:pt x="94821" y="138525"/>
                  </a:lnTo>
                  <a:lnTo>
                    <a:pt x="102234" y="197103"/>
                  </a:lnTo>
                  <a:lnTo>
                    <a:pt x="100591" y="230508"/>
                  </a:lnTo>
                  <a:lnTo>
                    <a:pt x="87447" y="292508"/>
                  </a:lnTo>
                  <a:lnTo>
                    <a:pt x="61346" y="347507"/>
                  </a:lnTo>
                  <a:lnTo>
                    <a:pt x="23385" y="392172"/>
                  </a:lnTo>
                  <a:lnTo>
                    <a:pt x="0" y="410336"/>
                  </a:lnTo>
                  <a:lnTo>
                    <a:pt x="0" y="374776"/>
                  </a:lnTo>
                  <a:lnTo>
                    <a:pt x="18262" y="346342"/>
                  </a:lnTo>
                  <a:lnTo>
                    <a:pt x="31321" y="307324"/>
                  </a:lnTo>
                  <a:lnTo>
                    <a:pt x="39165" y="257708"/>
                  </a:lnTo>
                  <a:lnTo>
                    <a:pt x="41782" y="197484"/>
                  </a:lnTo>
                  <a:lnTo>
                    <a:pt x="39165" y="145667"/>
                  </a:lnTo>
                  <a:lnTo>
                    <a:pt x="31321" y="100314"/>
                  </a:lnTo>
                  <a:lnTo>
                    <a:pt x="18262" y="61414"/>
                  </a:lnTo>
                  <a:lnTo>
                    <a:pt x="0" y="2895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8600" y="1775205"/>
            <a:ext cx="7848600" cy="321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239395" indent="-274320" algn="just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IRR stores all the interrupt inputs that are </a:t>
            </a:r>
            <a:r>
              <a:rPr sz="2400" spc="-55" dirty="0">
                <a:latin typeface="Times New Roman"/>
                <a:cs typeface="Times New Roman"/>
              </a:rPr>
              <a:t>requesting  </a:t>
            </a:r>
            <a:r>
              <a:rPr sz="2400">
                <a:latin typeface="Times New Roman"/>
                <a:cs typeface="Times New Roman"/>
              </a:rPr>
              <a:t>service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 marR="239395" indent="-274320" algn="just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200660" indent="-274320" algn="just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spc="-15" dirty="0">
                <a:latin typeface="Times New Roman"/>
                <a:cs typeface="Times New Roman"/>
              </a:rPr>
              <a:t>Basically, </a:t>
            </a:r>
            <a:r>
              <a:rPr sz="2400" dirty="0">
                <a:latin typeface="Times New Roman"/>
                <a:cs typeface="Times New Roman"/>
              </a:rPr>
              <a:t>it keeps track of which interrupt inputs </a:t>
            </a:r>
            <a:r>
              <a:rPr sz="2400" spc="-175" dirty="0">
                <a:latin typeface="Times New Roman"/>
                <a:cs typeface="Times New Roman"/>
              </a:rPr>
              <a:t>are  </a:t>
            </a:r>
            <a:r>
              <a:rPr sz="2400" dirty="0">
                <a:latin typeface="Times New Roman"/>
                <a:cs typeface="Times New Roman"/>
              </a:rPr>
              <a:t>asking 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service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 marR="200660" indent="-274320" algn="just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855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If an interrupt input is </a:t>
            </a:r>
            <a:r>
              <a:rPr sz="2400" spc="-5" dirty="0">
                <a:latin typeface="Times New Roman"/>
                <a:cs typeface="Times New Roman"/>
              </a:rPr>
              <a:t>unmasked, </a:t>
            </a:r>
            <a:r>
              <a:rPr sz="2400" dirty="0">
                <a:latin typeface="Times New Roman"/>
                <a:cs typeface="Times New Roman"/>
              </a:rPr>
              <a:t>and has an </a:t>
            </a:r>
            <a:r>
              <a:rPr sz="2400" spc="-60" dirty="0">
                <a:latin typeface="Times New Roman"/>
                <a:cs typeface="Times New Roman"/>
              </a:rPr>
              <a:t>interrupt 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it, then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corresponding </a:t>
            </a:r>
            <a:r>
              <a:rPr sz="2400" spc="-5" dirty="0">
                <a:latin typeface="Times New Roman"/>
                <a:cs typeface="Times New Roman"/>
              </a:rPr>
              <a:t>bit in the IRR will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set.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8594" y="830833"/>
            <a:ext cx="7388225" cy="461645"/>
            <a:chOff x="538594" y="830833"/>
            <a:chExt cx="7388225" cy="461645"/>
          </a:xfrm>
        </p:grpSpPr>
        <p:sp>
          <p:nvSpPr>
            <p:cNvPr id="3" name="object 3"/>
            <p:cNvSpPr/>
            <p:nvPr/>
          </p:nvSpPr>
          <p:spPr>
            <a:xfrm>
              <a:off x="539483" y="831722"/>
              <a:ext cx="7385824" cy="4597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32835" y="939545"/>
              <a:ext cx="83185" cy="127635"/>
            </a:xfrm>
            <a:custGeom>
              <a:avLst/>
              <a:gdLst/>
              <a:ahLst/>
              <a:cxnLst/>
              <a:rect l="l" t="t" r="r" b="b"/>
              <a:pathLst>
                <a:path w="83185" h="127634">
                  <a:moveTo>
                    <a:pt x="41528" y="0"/>
                  </a:moveTo>
                  <a:lnTo>
                    <a:pt x="0" y="127634"/>
                  </a:lnTo>
                  <a:lnTo>
                    <a:pt x="83057" y="127634"/>
                  </a:lnTo>
                  <a:lnTo>
                    <a:pt x="41528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44953" y="889761"/>
              <a:ext cx="106933" cy="1153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4915" y="889634"/>
              <a:ext cx="101854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63919" y="889634"/>
              <a:ext cx="101853" cy="10058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18354" y="8896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8896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28267" y="8896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483" y="831722"/>
              <a:ext cx="7386320" cy="459740"/>
            </a:xfrm>
            <a:custGeom>
              <a:avLst/>
              <a:gdLst/>
              <a:ahLst/>
              <a:cxnLst/>
              <a:rect l="l" t="t" r="r" b="b"/>
              <a:pathLst>
                <a:path w="7386320" h="459740">
                  <a:moveTo>
                    <a:pt x="6651891" y="6857"/>
                  </a:moveTo>
                  <a:lnTo>
                    <a:pt x="6684403" y="6857"/>
                  </a:lnTo>
                  <a:lnTo>
                    <a:pt x="6759206" y="239649"/>
                  </a:lnTo>
                  <a:lnTo>
                    <a:pt x="6832358" y="6857"/>
                  </a:lnTo>
                  <a:lnTo>
                    <a:pt x="6864616" y="6857"/>
                  </a:lnTo>
                  <a:lnTo>
                    <a:pt x="6935228" y="352678"/>
                  </a:lnTo>
                  <a:lnTo>
                    <a:pt x="6875792" y="352678"/>
                  </a:lnTo>
                  <a:lnTo>
                    <a:pt x="6839851" y="166242"/>
                  </a:lnTo>
                  <a:lnTo>
                    <a:pt x="6770382" y="357124"/>
                  </a:lnTo>
                  <a:lnTo>
                    <a:pt x="6748411" y="357124"/>
                  </a:lnTo>
                  <a:lnTo>
                    <a:pt x="6678815" y="166242"/>
                  </a:lnTo>
                  <a:lnTo>
                    <a:pt x="6641477" y="352678"/>
                  </a:lnTo>
                  <a:lnTo>
                    <a:pt x="6582295" y="352678"/>
                  </a:lnTo>
                  <a:lnTo>
                    <a:pt x="6651891" y="6857"/>
                  </a:lnTo>
                  <a:close/>
                </a:path>
                <a:path w="7386320" h="459740">
                  <a:moveTo>
                    <a:pt x="6480060" y="6857"/>
                  </a:moveTo>
                  <a:lnTo>
                    <a:pt x="6541401" y="6857"/>
                  </a:lnTo>
                  <a:lnTo>
                    <a:pt x="6541401" y="352425"/>
                  </a:lnTo>
                  <a:lnTo>
                    <a:pt x="6480060" y="352425"/>
                  </a:lnTo>
                  <a:lnTo>
                    <a:pt x="6480060" y="6857"/>
                  </a:lnTo>
                  <a:close/>
                </a:path>
                <a:path w="7386320" h="459740">
                  <a:moveTo>
                    <a:pt x="5587377" y="6857"/>
                  </a:moveTo>
                  <a:lnTo>
                    <a:pt x="5807849" y="6857"/>
                  </a:lnTo>
                  <a:lnTo>
                    <a:pt x="5807849" y="61340"/>
                  </a:lnTo>
                  <a:lnTo>
                    <a:pt x="5648718" y="61340"/>
                  </a:lnTo>
                  <a:lnTo>
                    <a:pt x="5648718" y="142239"/>
                  </a:lnTo>
                  <a:lnTo>
                    <a:pt x="5762891" y="142239"/>
                  </a:lnTo>
                  <a:lnTo>
                    <a:pt x="5762891" y="194437"/>
                  </a:lnTo>
                  <a:lnTo>
                    <a:pt x="5648718" y="194437"/>
                  </a:lnTo>
                  <a:lnTo>
                    <a:pt x="5648718" y="297941"/>
                  </a:lnTo>
                  <a:lnTo>
                    <a:pt x="5805309" y="297941"/>
                  </a:lnTo>
                  <a:lnTo>
                    <a:pt x="5805309" y="352425"/>
                  </a:lnTo>
                  <a:lnTo>
                    <a:pt x="5587377" y="352425"/>
                  </a:lnTo>
                  <a:lnTo>
                    <a:pt x="5587377" y="6857"/>
                  </a:lnTo>
                  <a:close/>
                </a:path>
                <a:path w="7386320" h="459740">
                  <a:moveTo>
                    <a:pt x="5260987" y="6857"/>
                  </a:moveTo>
                  <a:lnTo>
                    <a:pt x="5547118" y="6857"/>
                  </a:lnTo>
                  <a:lnTo>
                    <a:pt x="5547118" y="61340"/>
                  </a:lnTo>
                  <a:lnTo>
                    <a:pt x="5432310" y="61340"/>
                  </a:lnTo>
                  <a:lnTo>
                    <a:pt x="5432310" y="352425"/>
                  </a:lnTo>
                  <a:lnTo>
                    <a:pt x="5370969" y="352425"/>
                  </a:lnTo>
                  <a:lnTo>
                    <a:pt x="5370969" y="61340"/>
                  </a:lnTo>
                  <a:lnTo>
                    <a:pt x="5260987" y="61340"/>
                  </a:lnTo>
                  <a:lnTo>
                    <a:pt x="5260987" y="6857"/>
                  </a:lnTo>
                  <a:close/>
                </a:path>
                <a:path w="7386320" h="459740">
                  <a:moveTo>
                    <a:pt x="4911864" y="6857"/>
                  </a:moveTo>
                  <a:lnTo>
                    <a:pt x="4973205" y="6857"/>
                  </a:lnTo>
                  <a:lnTo>
                    <a:pt x="4973205" y="352425"/>
                  </a:lnTo>
                  <a:lnTo>
                    <a:pt x="4911864" y="352425"/>
                  </a:lnTo>
                  <a:lnTo>
                    <a:pt x="4911864" y="6857"/>
                  </a:lnTo>
                  <a:close/>
                </a:path>
                <a:path w="7386320" h="459740">
                  <a:moveTo>
                    <a:pt x="4311789" y="6857"/>
                  </a:moveTo>
                  <a:lnTo>
                    <a:pt x="4532261" y="6857"/>
                  </a:lnTo>
                  <a:lnTo>
                    <a:pt x="4532261" y="61340"/>
                  </a:lnTo>
                  <a:lnTo>
                    <a:pt x="4373130" y="61340"/>
                  </a:lnTo>
                  <a:lnTo>
                    <a:pt x="4373130" y="142239"/>
                  </a:lnTo>
                  <a:lnTo>
                    <a:pt x="4487303" y="142239"/>
                  </a:lnTo>
                  <a:lnTo>
                    <a:pt x="4487303" y="194437"/>
                  </a:lnTo>
                  <a:lnTo>
                    <a:pt x="4373130" y="194437"/>
                  </a:lnTo>
                  <a:lnTo>
                    <a:pt x="4373130" y="297941"/>
                  </a:lnTo>
                  <a:lnTo>
                    <a:pt x="4529721" y="297941"/>
                  </a:lnTo>
                  <a:lnTo>
                    <a:pt x="4529721" y="352425"/>
                  </a:lnTo>
                  <a:lnTo>
                    <a:pt x="4311789" y="352425"/>
                  </a:lnTo>
                  <a:lnTo>
                    <a:pt x="4311789" y="6857"/>
                  </a:lnTo>
                  <a:close/>
                </a:path>
                <a:path w="7386320" h="459740">
                  <a:moveTo>
                    <a:pt x="3571125" y="6857"/>
                  </a:moveTo>
                  <a:lnTo>
                    <a:pt x="3632466" y="6857"/>
                  </a:lnTo>
                  <a:lnTo>
                    <a:pt x="3632466" y="172212"/>
                  </a:lnTo>
                  <a:lnTo>
                    <a:pt x="3749941" y="6857"/>
                  </a:lnTo>
                  <a:lnTo>
                    <a:pt x="3819664" y="6857"/>
                  </a:lnTo>
                  <a:lnTo>
                    <a:pt x="3711460" y="157861"/>
                  </a:lnTo>
                  <a:lnTo>
                    <a:pt x="3840492" y="352425"/>
                  </a:lnTo>
                  <a:lnTo>
                    <a:pt x="3767086" y="352425"/>
                  </a:lnTo>
                  <a:lnTo>
                    <a:pt x="3670820" y="205231"/>
                  </a:lnTo>
                  <a:lnTo>
                    <a:pt x="3632466" y="257810"/>
                  </a:lnTo>
                  <a:lnTo>
                    <a:pt x="3632466" y="352425"/>
                  </a:lnTo>
                  <a:lnTo>
                    <a:pt x="3571125" y="352425"/>
                  </a:lnTo>
                  <a:lnTo>
                    <a:pt x="3571125" y="6857"/>
                  </a:lnTo>
                  <a:close/>
                </a:path>
                <a:path w="7386320" h="459740">
                  <a:moveTo>
                    <a:pt x="2697111" y="6857"/>
                  </a:moveTo>
                  <a:lnTo>
                    <a:pt x="2729623" y="6857"/>
                  </a:lnTo>
                  <a:lnTo>
                    <a:pt x="2804426" y="239649"/>
                  </a:lnTo>
                  <a:lnTo>
                    <a:pt x="2877578" y="6857"/>
                  </a:lnTo>
                  <a:lnTo>
                    <a:pt x="2909836" y="6857"/>
                  </a:lnTo>
                  <a:lnTo>
                    <a:pt x="2980448" y="352678"/>
                  </a:lnTo>
                  <a:lnTo>
                    <a:pt x="2921012" y="352678"/>
                  </a:lnTo>
                  <a:lnTo>
                    <a:pt x="2885071" y="166242"/>
                  </a:lnTo>
                  <a:lnTo>
                    <a:pt x="2815602" y="357124"/>
                  </a:lnTo>
                  <a:lnTo>
                    <a:pt x="2793631" y="357124"/>
                  </a:lnTo>
                  <a:lnTo>
                    <a:pt x="2724035" y="166242"/>
                  </a:lnTo>
                  <a:lnTo>
                    <a:pt x="2686697" y="352678"/>
                  </a:lnTo>
                  <a:lnTo>
                    <a:pt x="2627515" y="352678"/>
                  </a:lnTo>
                  <a:lnTo>
                    <a:pt x="2697111" y="6857"/>
                  </a:lnTo>
                  <a:close/>
                </a:path>
                <a:path w="7386320" h="459740">
                  <a:moveTo>
                    <a:pt x="2197747" y="6857"/>
                  </a:moveTo>
                  <a:lnTo>
                    <a:pt x="2483878" y="6857"/>
                  </a:lnTo>
                  <a:lnTo>
                    <a:pt x="2483878" y="61340"/>
                  </a:lnTo>
                  <a:lnTo>
                    <a:pt x="2369070" y="61340"/>
                  </a:lnTo>
                  <a:lnTo>
                    <a:pt x="2369070" y="352425"/>
                  </a:lnTo>
                  <a:lnTo>
                    <a:pt x="2307729" y="352425"/>
                  </a:lnTo>
                  <a:lnTo>
                    <a:pt x="2307729" y="61340"/>
                  </a:lnTo>
                  <a:lnTo>
                    <a:pt x="2197747" y="61340"/>
                  </a:lnTo>
                  <a:lnTo>
                    <a:pt x="2197747" y="6857"/>
                  </a:lnTo>
                  <a:close/>
                </a:path>
                <a:path w="7386320" h="459740">
                  <a:moveTo>
                    <a:pt x="1617357" y="6857"/>
                  </a:moveTo>
                  <a:lnTo>
                    <a:pt x="1678698" y="6857"/>
                  </a:lnTo>
                  <a:lnTo>
                    <a:pt x="1678698" y="241046"/>
                  </a:lnTo>
                  <a:lnTo>
                    <a:pt x="1679748" y="254309"/>
                  </a:lnTo>
                  <a:lnTo>
                    <a:pt x="1704874" y="294032"/>
                  </a:lnTo>
                  <a:lnTo>
                    <a:pt x="1742325" y="303784"/>
                  </a:lnTo>
                  <a:lnTo>
                    <a:pt x="1758065" y="302714"/>
                  </a:lnTo>
                  <a:lnTo>
                    <a:pt x="1794141" y="286765"/>
                  </a:lnTo>
                  <a:lnTo>
                    <a:pt x="1812683" y="239902"/>
                  </a:lnTo>
                  <a:lnTo>
                    <a:pt x="1812683" y="6857"/>
                  </a:lnTo>
                  <a:lnTo>
                    <a:pt x="1873897" y="6857"/>
                  </a:lnTo>
                  <a:lnTo>
                    <a:pt x="1873897" y="244601"/>
                  </a:lnTo>
                  <a:lnTo>
                    <a:pt x="1871679" y="269821"/>
                  </a:lnTo>
                  <a:lnTo>
                    <a:pt x="1853859" y="311592"/>
                  </a:lnTo>
                  <a:lnTo>
                    <a:pt x="1818825" y="341336"/>
                  </a:lnTo>
                  <a:lnTo>
                    <a:pt x="1771148" y="356385"/>
                  </a:lnTo>
                  <a:lnTo>
                    <a:pt x="1742833" y="358266"/>
                  </a:lnTo>
                  <a:lnTo>
                    <a:pt x="1714451" y="356431"/>
                  </a:lnTo>
                  <a:lnTo>
                    <a:pt x="1668020" y="341711"/>
                  </a:lnTo>
                  <a:lnTo>
                    <a:pt x="1635681" y="312463"/>
                  </a:lnTo>
                  <a:lnTo>
                    <a:pt x="1619385" y="270259"/>
                  </a:lnTo>
                  <a:lnTo>
                    <a:pt x="1617357" y="244348"/>
                  </a:lnTo>
                  <a:lnTo>
                    <a:pt x="1617357" y="6857"/>
                  </a:lnTo>
                  <a:close/>
                </a:path>
                <a:path w="7386320" h="459740">
                  <a:moveTo>
                    <a:pt x="751725" y="6857"/>
                  </a:moveTo>
                  <a:lnTo>
                    <a:pt x="972197" y="6857"/>
                  </a:lnTo>
                  <a:lnTo>
                    <a:pt x="972197" y="61340"/>
                  </a:lnTo>
                  <a:lnTo>
                    <a:pt x="813066" y="61340"/>
                  </a:lnTo>
                  <a:lnTo>
                    <a:pt x="813066" y="142239"/>
                  </a:lnTo>
                  <a:lnTo>
                    <a:pt x="927239" y="142239"/>
                  </a:lnTo>
                  <a:lnTo>
                    <a:pt x="927239" y="194437"/>
                  </a:lnTo>
                  <a:lnTo>
                    <a:pt x="813066" y="194437"/>
                  </a:lnTo>
                  <a:lnTo>
                    <a:pt x="813066" y="297941"/>
                  </a:lnTo>
                  <a:lnTo>
                    <a:pt x="969657" y="297941"/>
                  </a:lnTo>
                  <a:lnTo>
                    <a:pt x="969657" y="352425"/>
                  </a:lnTo>
                  <a:lnTo>
                    <a:pt x="751725" y="352425"/>
                  </a:lnTo>
                  <a:lnTo>
                    <a:pt x="751725" y="6857"/>
                  </a:lnTo>
                  <a:close/>
                </a:path>
                <a:path w="7386320" h="459740">
                  <a:moveTo>
                    <a:pt x="425348" y="6857"/>
                  </a:moveTo>
                  <a:lnTo>
                    <a:pt x="711492" y="6857"/>
                  </a:lnTo>
                  <a:lnTo>
                    <a:pt x="711492" y="61340"/>
                  </a:lnTo>
                  <a:lnTo>
                    <a:pt x="596607" y="61340"/>
                  </a:lnTo>
                  <a:lnTo>
                    <a:pt x="596607" y="352425"/>
                  </a:lnTo>
                  <a:lnTo>
                    <a:pt x="535279" y="352425"/>
                  </a:lnTo>
                  <a:lnTo>
                    <a:pt x="535279" y="61340"/>
                  </a:lnTo>
                  <a:lnTo>
                    <a:pt x="425348" y="61340"/>
                  </a:lnTo>
                  <a:lnTo>
                    <a:pt x="425348" y="6857"/>
                  </a:lnTo>
                  <a:close/>
                </a:path>
                <a:path w="7386320" h="459740">
                  <a:moveTo>
                    <a:pt x="132930" y="6857"/>
                  </a:moveTo>
                  <a:lnTo>
                    <a:pt x="162420" y="6857"/>
                  </a:lnTo>
                  <a:lnTo>
                    <a:pt x="325653" y="215391"/>
                  </a:lnTo>
                  <a:lnTo>
                    <a:pt x="325653" y="6857"/>
                  </a:lnTo>
                  <a:lnTo>
                    <a:pt x="384632" y="6857"/>
                  </a:lnTo>
                  <a:lnTo>
                    <a:pt x="384632" y="357124"/>
                  </a:lnTo>
                  <a:lnTo>
                    <a:pt x="359625" y="357124"/>
                  </a:lnTo>
                  <a:lnTo>
                    <a:pt x="191909" y="138429"/>
                  </a:lnTo>
                  <a:lnTo>
                    <a:pt x="191909" y="352678"/>
                  </a:lnTo>
                  <a:lnTo>
                    <a:pt x="132930" y="352678"/>
                  </a:lnTo>
                  <a:lnTo>
                    <a:pt x="132930" y="6857"/>
                  </a:lnTo>
                  <a:close/>
                </a:path>
                <a:path w="7386320" h="459740">
                  <a:moveTo>
                    <a:pt x="0" y="6857"/>
                  </a:moveTo>
                  <a:lnTo>
                    <a:pt x="61328" y="6857"/>
                  </a:lnTo>
                  <a:lnTo>
                    <a:pt x="61328" y="352425"/>
                  </a:lnTo>
                  <a:lnTo>
                    <a:pt x="0" y="352425"/>
                  </a:lnTo>
                  <a:lnTo>
                    <a:pt x="0" y="6857"/>
                  </a:lnTo>
                  <a:close/>
                </a:path>
                <a:path w="7386320" h="459740">
                  <a:moveTo>
                    <a:pt x="2016645" y="4444"/>
                  </a:moveTo>
                  <a:lnTo>
                    <a:pt x="2054842" y="6016"/>
                  </a:lnTo>
                  <a:lnTo>
                    <a:pt x="2114711" y="18589"/>
                  </a:lnTo>
                  <a:lnTo>
                    <a:pt x="2152982" y="43926"/>
                  </a:lnTo>
                  <a:lnTo>
                    <a:pt x="2171893" y="83169"/>
                  </a:lnTo>
                  <a:lnTo>
                    <a:pt x="2174252" y="108076"/>
                  </a:lnTo>
                  <a:lnTo>
                    <a:pt x="2168645" y="150870"/>
                  </a:lnTo>
                  <a:lnTo>
                    <a:pt x="2151827" y="184155"/>
                  </a:lnTo>
                  <a:lnTo>
                    <a:pt x="2123805" y="207929"/>
                  </a:lnTo>
                  <a:lnTo>
                    <a:pt x="2084584" y="222194"/>
                  </a:lnTo>
                  <a:lnTo>
                    <a:pt x="2034171" y="226949"/>
                  </a:lnTo>
                  <a:lnTo>
                    <a:pt x="2028504" y="226851"/>
                  </a:lnTo>
                  <a:lnTo>
                    <a:pt x="2021979" y="226552"/>
                  </a:lnTo>
                  <a:lnTo>
                    <a:pt x="2014597" y="226038"/>
                  </a:lnTo>
                  <a:lnTo>
                    <a:pt x="2006358" y="225298"/>
                  </a:lnTo>
                  <a:lnTo>
                    <a:pt x="2006358" y="352425"/>
                  </a:lnTo>
                  <a:lnTo>
                    <a:pt x="1945017" y="352425"/>
                  </a:lnTo>
                  <a:lnTo>
                    <a:pt x="1945017" y="7112"/>
                  </a:lnTo>
                  <a:lnTo>
                    <a:pt x="1972497" y="5945"/>
                  </a:lnTo>
                  <a:lnTo>
                    <a:pt x="1993595" y="5111"/>
                  </a:lnTo>
                  <a:lnTo>
                    <a:pt x="2008311" y="4611"/>
                  </a:lnTo>
                  <a:lnTo>
                    <a:pt x="2016645" y="4444"/>
                  </a:lnTo>
                  <a:close/>
                </a:path>
                <a:path w="7386320" h="459740">
                  <a:moveTo>
                    <a:pt x="7068451" y="3301"/>
                  </a:moveTo>
                  <a:lnTo>
                    <a:pt x="7126032" y="9661"/>
                  </a:lnTo>
                  <a:lnTo>
                    <a:pt x="7167146" y="28749"/>
                  </a:lnTo>
                  <a:lnTo>
                    <a:pt x="7191806" y="60577"/>
                  </a:lnTo>
                  <a:lnTo>
                    <a:pt x="7200023" y="105155"/>
                  </a:lnTo>
                  <a:lnTo>
                    <a:pt x="7198882" y="120157"/>
                  </a:lnTo>
                  <a:lnTo>
                    <a:pt x="7181862" y="161162"/>
                  </a:lnTo>
                  <a:lnTo>
                    <a:pt x="7149358" y="190630"/>
                  </a:lnTo>
                  <a:lnTo>
                    <a:pt x="7136142" y="196723"/>
                  </a:lnTo>
                  <a:lnTo>
                    <a:pt x="7238250" y="352425"/>
                  </a:lnTo>
                  <a:lnTo>
                    <a:pt x="7167511" y="352425"/>
                  </a:lnTo>
                  <a:lnTo>
                    <a:pt x="7075309" y="209676"/>
                  </a:lnTo>
                  <a:lnTo>
                    <a:pt x="7067646" y="209508"/>
                  </a:lnTo>
                  <a:lnTo>
                    <a:pt x="7058577" y="209184"/>
                  </a:lnTo>
                  <a:lnTo>
                    <a:pt x="7048127" y="208694"/>
                  </a:lnTo>
                  <a:lnTo>
                    <a:pt x="7036320" y="208025"/>
                  </a:lnTo>
                  <a:lnTo>
                    <a:pt x="7036320" y="352425"/>
                  </a:lnTo>
                  <a:lnTo>
                    <a:pt x="6972693" y="352425"/>
                  </a:lnTo>
                  <a:lnTo>
                    <a:pt x="6972693" y="6857"/>
                  </a:lnTo>
                  <a:lnTo>
                    <a:pt x="6977102" y="6740"/>
                  </a:lnTo>
                  <a:lnTo>
                    <a:pt x="6985203" y="6397"/>
                  </a:lnTo>
                  <a:lnTo>
                    <a:pt x="6997018" y="5840"/>
                  </a:lnTo>
                  <a:lnTo>
                    <a:pt x="7012571" y="5079"/>
                  </a:lnTo>
                  <a:lnTo>
                    <a:pt x="7029053" y="4319"/>
                  </a:lnTo>
                  <a:lnTo>
                    <a:pt x="7043845" y="3762"/>
                  </a:lnTo>
                  <a:lnTo>
                    <a:pt x="7056970" y="3419"/>
                  </a:lnTo>
                  <a:lnTo>
                    <a:pt x="7068451" y="3301"/>
                  </a:lnTo>
                  <a:close/>
                </a:path>
                <a:path w="7386320" h="459740">
                  <a:moveTo>
                    <a:pt x="5957455" y="3301"/>
                  </a:moveTo>
                  <a:lnTo>
                    <a:pt x="6015036" y="9661"/>
                  </a:lnTo>
                  <a:lnTo>
                    <a:pt x="6056150" y="28749"/>
                  </a:lnTo>
                  <a:lnTo>
                    <a:pt x="6080810" y="60577"/>
                  </a:lnTo>
                  <a:lnTo>
                    <a:pt x="6089027" y="105155"/>
                  </a:lnTo>
                  <a:lnTo>
                    <a:pt x="6087886" y="120157"/>
                  </a:lnTo>
                  <a:lnTo>
                    <a:pt x="6070866" y="161162"/>
                  </a:lnTo>
                  <a:lnTo>
                    <a:pt x="6038362" y="190630"/>
                  </a:lnTo>
                  <a:lnTo>
                    <a:pt x="6025146" y="196723"/>
                  </a:lnTo>
                  <a:lnTo>
                    <a:pt x="6127254" y="352425"/>
                  </a:lnTo>
                  <a:lnTo>
                    <a:pt x="6056515" y="352425"/>
                  </a:lnTo>
                  <a:lnTo>
                    <a:pt x="5964313" y="209676"/>
                  </a:lnTo>
                  <a:lnTo>
                    <a:pt x="5956650" y="209508"/>
                  </a:lnTo>
                  <a:lnTo>
                    <a:pt x="5947581" y="209184"/>
                  </a:lnTo>
                  <a:lnTo>
                    <a:pt x="5937131" y="208694"/>
                  </a:lnTo>
                  <a:lnTo>
                    <a:pt x="5925324" y="208025"/>
                  </a:lnTo>
                  <a:lnTo>
                    <a:pt x="5925324" y="352425"/>
                  </a:lnTo>
                  <a:lnTo>
                    <a:pt x="5861697" y="352425"/>
                  </a:lnTo>
                  <a:lnTo>
                    <a:pt x="5861697" y="6857"/>
                  </a:lnTo>
                  <a:lnTo>
                    <a:pt x="5866106" y="6740"/>
                  </a:lnTo>
                  <a:lnTo>
                    <a:pt x="5874207" y="6397"/>
                  </a:lnTo>
                  <a:lnTo>
                    <a:pt x="5886022" y="5840"/>
                  </a:lnTo>
                  <a:lnTo>
                    <a:pt x="5901575" y="5079"/>
                  </a:lnTo>
                  <a:lnTo>
                    <a:pt x="5918057" y="4319"/>
                  </a:lnTo>
                  <a:lnTo>
                    <a:pt x="5932849" y="3762"/>
                  </a:lnTo>
                  <a:lnTo>
                    <a:pt x="5945974" y="3419"/>
                  </a:lnTo>
                  <a:lnTo>
                    <a:pt x="5957455" y="3301"/>
                  </a:lnTo>
                  <a:close/>
                </a:path>
                <a:path w="7386320" h="459740">
                  <a:moveTo>
                    <a:pt x="4111891" y="3301"/>
                  </a:moveTo>
                  <a:lnTo>
                    <a:pt x="4169472" y="9661"/>
                  </a:lnTo>
                  <a:lnTo>
                    <a:pt x="4210586" y="28749"/>
                  </a:lnTo>
                  <a:lnTo>
                    <a:pt x="4235246" y="60577"/>
                  </a:lnTo>
                  <a:lnTo>
                    <a:pt x="4243463" y="105155"/>
                  </a:lnTo>
                  <a:lnTo>
                    <a:pt x="4242322" y="120157"/>
                  </a:lnTo>
                  <a:lnTo>
                    <a:pt x="4225302" y="161162"/>
                  </a:lnTo>
                  <a:lnTo>
                    <a:pt x="4192798" y="190630"/>
                  </a:lnTo>
                  <a:lnTo>
                    <a:pt x="4179582" y="196723"/>
                  </a:lnTo>
                  <a:lnTo>
                    <a:pt x="4281690" y="352425"/>
                  </a:lnTo>
                  <a:lnTo>
                    <a:pt x="4210951" y="352425"/>
                  </a:lnTo>
                  <a:lnTo>
                    <a:pt x="4118749" y="209676"/>
                  </a:lnTo>
                  <a:lnTo>
                    <a:pt x="4111086" y="209508"/>
                  </a:lnTo>
                  <a:lnTo>
                    <a:pt x="4102017" y="209184"/>
                  </a:lnTo>
                  <a:lnTo>
                    <a:pt x="4091567" y="208694"/>
                  </a:lnTo>
                  <a:lnTo>
                    <a:pt x="4079760" y="208025"/>
                  </a:lnTo>
                  <a:lnTo>
                    <a:pt x="4079760" y="352425"/>
                  </a:lnTo>
                  <a:lnTo>
                    <a:pt x="4016133" y="352425"/>
                  </a:lnTo>
                  <a:lnTo>
                    <a:pt x="4016133" y="6857"/>
                  </a:lnTo>
                  <a:lnTo>
                    <a:pt x="4020542" y="6740"/>
                  </a:lnTo>
                  <a:lnTo>
                    <a:pt x="4028643" y="6397"/>
                  </a:lnTo>
                  <a:lnTo>
                    <a:pt x="4040458" y="5840"/>
                  </a:lnTo>
                  <a:lnTo>
                    <a:pt x="4056011" y="5079"/>
                  </a:lnTo>
                  <a:lnTo>
                    <a:pt x="4072493" y="4319"/>
                  </a:lnTo>
                  <a:lnTo>
                    <a:pt x="4087285" y="3762"/>
                  </a:lnTo>
                  <a:lnTo>
                    <a:pt x="4100410" y="3419"/>
                  </a:lnTo>
                  <a:lnTo>
                    <a:pt x="4111891" y="3301"/>
                  </a:lnTo>
                  <a:close/>
                </a:path>
                <a:path w="7386320" h="459740">
                  <a:moveTo>
                    <a:pt x="1417459" y="3301"/>
                  </a:moveTo>
                  <a:lnTo>
                    <a:pt x="1475040" y="9661"/>
                  </a:lnTo>
                  <a:lnTo>
                    <a:pt x="1516154" y="28749"/>
                  </a:lnTo>
                  <a:lnTo>
                    <a:pt x="1540814" y="60577"/>
                  </a:lnTo>
                  <a:lnTo>
                    <a:pt x="1549031" y="105155"/>
                  </a:lnTo>
                  <a:lnTo>
                    <a:pt x="1547890" y="120157"/>
                  </a:lnTo>
                  <a:lnTo>
                    <a:pt x="1530870" y="161162"/>
                  </a:lnTo>
                  <a:lnTo>
                    <a:pt x="1498366" y="190630"/>
                  </a:lnTo>
                  <a:lnTo>
                    <a:pt x="1485150" y="196723"/>
                  </a:lnTo>
                  <a:lnTo>
                    <a:pt x="1587258" y="352425"/>
                  </a:lnTo>
                  <a:lnTo>
                    <a:pt x="1516519" y="352425"/>
                  </a:lnTo>
                  <a:lnTo>
                    <a:pt x="1424317" y="209676"/>
                  </a:lnTo>
                  <a:lnTo>
                    <a:pt x="1416654" y="209508"/>
                  </a:lnTo>
                  <a:lnTo>
                    <a:pt x="1407585" y="209184"/>
                  </a:lnTo>
                  <a:lnTo>
                    <a:pt x="1397135" y="208694"/>
                  </a:lnTo>
                  <a:lnTo>
                    <a:pt x="1385328" y="208025"/>
                  </a:lnTo>
                  <a:lnTo>
                    <a:pt x="1385328" y="352425"/>
                  </a:lnTo>
                  <a:lnTo>
                    <a:pt x="1321701" y="352425"/>
                  </a:lnTo>
                  <a:lnTo>
                    <a:pt x="1321701" y="6857"/>
                  </a:lnTo>
                  <a:lnTo>
                    <a:pt x="1326110" y="6740"/>
                  </a:lnTo>
                  <a:lnTo>
                    <a:pt x="1334211" y="6397"/>
                  </a:lnTo>
                  <a:lnTo>
                    <a:pt x="1346026" y="5840"/>
                  </a:lnTo>
                  <a:lnTo>
                    <a:pt x="1361579" y="5079"/>
                  </a:lnTo>
                  <a:lnTo>
                    <a:pt x="1378061" y="4319"/>
                  </a:lnTo>
                  <a:lnTo>
                    <a:pt x="1392853" y="3762"/>
                  </a:lnTo>
                  <a:lnTo>
                    <a:pt x="1405978" y="3419"/>
                  </a:lnTo>
                  <a:lnTo>
                    <a:pt x="1417459" y="3301"/>
                  </a:lnTo>
                  <a:close/>
                </a:path>
                <a:path w="7386320" h="459740">
                  <a:moveTo>
                    <a:pt x="1121803" y="3301"/>
                  </a:moveTo>
                  <a:lnTo>
                    <a:pt x="1179384" y="9661"/>
                  </a:lnTo>
                  <a:lnTo>
                    <a:pt x="1220498" y="28749"/>
                  </a:lnTo>
                  <a:lnTo>
                    <a:pt x="1245158" y="60577"/>
                  </a:lnTo>
                  <a:lnTo>
                    <a:pt x="1253375" y="105155"/>
                  </a:lnTo>
                  <a:lnTo>
                    <a:pt x="1252234" y="120157"/>
                  </a:lnTo>
                  <a:lnTo>
                    <a:pt x="1235214" y="161162"/>
                  </a:lnTo>
                  <a:lnTo>
                    <a:pt x="1202710" y="190630"/>
                  </a:lnTo>
                  <a:lnTo>
                    <a:pt x="1189494" y="196723"/>
                  </a:lnTo>
                  <a:lnTo>
                    <a:pt x="1291602" y="352425"/>
                  </a:lnTo>
                  <a:lnTo>
                    <a:pt x="1220863" y="352425"/>
                  </a:lnTo>
                  <a:lnTo>
                    <a:pt x="1128661" y="209676"/>
                  </a:lnTo>
                  <a:lnTo>
                    <a:pt x="1120998" y="209508"/>
                  </a:lnTo>
                  <a:lnTo>
                    <a:pt x="1111929" y="209184"/>
                  </a:lnTo>
                  <a:lnTo>
                    <a:pt x="1101479" y="208694"/>
                  </a:lnTo>
                  <a:lnTo>
                    <a:pt x="1089672" y="208025"/>
                  </a:lnTo>
                  <a:lnTo>
                    <a:pt x="1089672" y="352425"/>
                  </a:lnTo>
                  <a:lnTo>
                    <a:pt x="1026045" y="352425"/>
                  </a:lnTo>
                  <a:lnTo>
                    <a:pt x="1026045" y="6857"/>
                  </a:lnTo>
                  <a:lnTo>
                    <a:pt x="1030454" y="6740"/>
                  </a:lnTo>
                  <a:lnTo>
                    <a:pt x="1038555" y="6397"/>
                  </a:lnTo>
                  <a:lnTo>
                    <a:pt x="1050370" y="5840"/>
                  </a:lnTo>
                  <a:lnTo>
                    <a:pt x="1065923" y="5079"/>
                  </a:lnTo>
                  <a:lnTo>
                    <a:pt x="1082405" y="4319"/>
                  </a:lnTo>
                  <a:lnTo>
                    <a:pt x="1097197" y="3762"/>
                  </a:lnTo>
                  <a:lnTo>
                    <a:pt x="1110322" y="3419"/>
                  </a:lnTo>
                  <a:lnTo>
                    <a:pt x="1121803" y="3301"/>
                  </a:lnTo>
                  <a:close/>
                </a:path>
                <a:path w="7386320" h="459740">
                  <a:moveTo>
                    <a:pt x="3121418" y="2159"/>
                  </a:moveTo>
                  <a:lnTo>
                    <a:pt x="3148342" y="2159"/>
                  </a:lnTo>
                  <a:lnTo>
                    <a:pt x="3287280" y="352425"/>
                  </a:lnTo>
                  <a:lnTo>
                    <a:pt x="3219589" y="352425"/>
                  </a:lnTo>
                  <a:lnTo>
                    <a:pt x="3194316" y="282321"/>
                  </a:lnTo>
                  <a:lnTo>
                    <a:pt x="3075952" y="282321"/>
                  </a:lnTo>
                  <a:lnTo>
                    <a:pt x="3051822" y="352425"/>
                  </a:lnTo>
                  <a:lnTo>
                    <a:pt x="2983623" y="352425"/>
                  </a:lnTo>
                  <a:lnTo>
                    <a:pt x="3121418" y="2159"/>
                  </a:lnTo>
                  <a:close/>
                </a:path>
                <a:path w="7386320" h="459740">
                  <a:moveTo>
                    <a:pt x="5133733" y="888"/>
                  </a:moveTo>
                  <a:lnTo>
                    <a:pt x="5161665" y="2293"/>
                  </a:lnTo>
                  <a:lnTo>
                    <a:pt x="5185644" y="6508"/>
                  </a:lnTo>
                  <a:lnTo>
                    <a:pt x="5205671" y="13533"/>
                  </a:lnTo>
                  <a:lnTo>
                    <a:pt x="5221744" y="23367"/>
                  </a:lnTo>
                  <a:lnTo>
                    <a:pt x="5203075" y="76200"/>
                  </a:lnTo>
                  <a:lnTo>
                    <a:pt x="5186668" y="66105"/>
                  </a:lnTo>
                  <a:lnTo>
                    <a:pt x="5169833" y="58880"/>
                  </a:lnTo>
                  <a:lnTo>
                    <a:pt x="5152569" y="54536"/>
                  </a:lnTo>
                  <a:lnTo>
                    <a:pt x="5134876" y="53086"/>
                  </a:lnTo>
                  <a:lnTo>
                    <a:pt x="5124879" y="53778"/>
                  </a:lnTo>
                  <a:lnTo>
                    <a:pt x="5093236" y="77152"/>
                  </a:lnTo>
                  <a:lnTo>
                    <a:pt x="5090299" y="93472"/>
                  </a:lnTo>
                  <a:lnTo>
                    <a:pt x="5094417" y="108473"/>
                  </a:lnTo>
                  <a:lnTo>
                    <a:pt x="5106762" y="123761"/>
                  </a:lnTo>
                  <a:lnTo>
                    <a:pt x="5127322" y="139334"/>
                  </a:lnTo>
                  <a:lnTo>
                    <a:pt x="5156085" y="155193"/>
                  </a:lnTo>
                  <a:lnTo>
                    <a:pt x="5172226" y="163504"/>
                  </a:lnTo>
                  <a:lnTo>
                    <a:pt x="5185962" y="171481"/>
                  </a:lnTo>
                  <a:lnTo>
                    <a:pt x="5219665" y="201930"/>
                  </a:lnTo>
                  <a:lnTo>
                    <a:pt x="5235492" y="239823"/>
                  </a:lnTo>
                  <a:lnTo>
                    <a:pt x="5237492" y="262127"/>
                  </a:lnTo>
                  <a:lnTo>
                    <a:pt x="5235421" y="282156"/>
                  </a:lnTo>
                  <a:lnTo>
                    <a:pt x="5218847" y="316688"/>
                  </a:lnTo>
                  <a:lnTo>
                    <a:pt x="5186367" y="343050"/>
                  </a:lnTo>
                  <a:lnTo>
                    <a:pt x="5141980" y="356576"/>
                  </a:lnTo>
                  <a:lnTo>
                    <a:pt x="5115572" y="358266"/>
                  </a:lnTo>
                  <a:lnTo>
                    <a:pt x="5091974" y="356717"/>
                  </a:lnTo>
                  <a:lnTo>
                    <a:pt x="5069566" y="352059"/>
                  </a:lnTo>
                  <a:lnTo>
                    <a:pt x="5048350" y="344283"/>
                  </a:lnTo>
                  <a:lnTo>
                    <a:pt x="5028323" y="333375"/>
                  </a:lnTo>
                  <a:lnTo>
                    <a:pt x="5050929" y="278384"/>
                  </a:lnTo>
                  <a:lnTo>
                    <a:pt x="5069031" y="289532"/>
                  </a:lnTo>
                  <a:lnTo>
                    <a:pt x="5086965" y="297465"/>
                  </a:lnTo>
                  <a:lnTo>
                    <a:pt x="5104757" y="302208"/>
                  </a:lnTo>
                  <a:lnTo>
                    <a:pt x="5122430" y="303784"/>
                  </a:lnTo>
                  <a:lnTo>
                    <a:pt x="5146026" y="301426"/>
                  </a:lnTo>
                  <a:lnTo>
                    <a:pt x="5162896" y="294354"/>
                  </a:lnTo>
                  <a:lnTo>
                    <a:pt x="5173026" y="282567"/>
                  </a:lnTo>
                  <a:lnTo>
                    <a:pt x="5176405" y="266064"/>
                  </a:lnTo>
                  <a:lnTo>
                    <a:pt x="5175617" y="257323"/>
                  </a:lnTo>
                  <a:lnTo>
                    <a:pt x="5155633" y="224095"/>
                  </a:lnTo>
                  <a:lnTo>
                    <a:pt x="5111127" y="196341"/>
                  </a:lnTo>
                  <a:lnTo>
                    <a:pt x="5092915" y="186864"/>
                  </a:lnTo>
                  <a:lnTo>
                    <a:pt x="5077917" y="178244"/>
                  </a:lnTo>
                  <a:lnTo>
                    <a:pt x="5045436" y="149526"/>
                  </a:lnTo>
                  <a:lnTo>
                    <a:pt x="5029432" y="104378"/>
                  </a:lnTo>
                  <a:lnTo>
                    <a:pt x="5028958" y="93852"/>
                  </a:lnTo>
                  <a:lnTo>
                    <a:pt x="5030792" y="74685"/>
                  </a:lnTo>
                  <a:lnTo>
                    <a:pt x="5058295" y="27304"/>
                  </a:lnTo>
                  <a:lnTo>
                    <a:pt x="5091871" y="7524"/>
                  </a:lnTo>
                  <a:lnTo>
                    <a:pt x="5111748" y="2551"/>
                  </a:lnTo>
                  <a:lnTo>
                    <a:pt x="5133733" y="888"/>
                  </a:lnTo>
                  <a:close/>
                </a:path>
                <a:path w="7386320" h="459740">
                  <a:moveTo>
                    <a:pt x="4744605" y="888"/>
                  </a:moveTo>
                  <a:lnTo>
                    <a:pt x="4771940" y="3028"/>
                  </a:lnTo>
                  <a:lnTo>
                    <a:pt x="4797167" y="9429"/>
                  </a:lnTo>
                  <a:lnTo>
                    <a:pt x="4820275" y="20069"/>
                  </a:lnTo>
                  <a:lnTo>
                    <a:pt x="4841252" y="34925"/>
                  </a:lnTo>
                  <a:lnTo>
                    <a:pt x="4815598" y="84200"/>
                  </a:lnTo>
                  <a:lnTo>
                    <a:pt x="4809431" y="79365"/>
                  </a:lnTo>
                  <a:lnTo>
                    <a:pt x="4801787" y="74564"/>
                  </a:lnTo>
                  <a:lnTo>
                    <a:pt x="4761020" y="57880"/>
                  </a:lnTo>
                  <a:lnTo>
                    <a:pt x="4743208" y="55499"/>
                  </a:lnTo>
                  <a:lnTo>
                    <a:pt x="4719037" y="57646"/>
                  </a:lnTo>
                  <a:lnTo>
                    <a:pt x="4678789" y="74894"/>
                  </a:lnTo>
                  <a:lnTo>
                    <a:pt x="4649782" y="108759"/>
                  </a:lnTo>
                  <a:lnTo>
                    <a:pt x="4635062" y="155051"/>
                  </a:lnTo>
                  <a:lnTo>
                    <a:pt x="4633226" y="182625"/>
                  </a:lnTo>
                  <a:lnTo>
                    <a:pt x="4635036" y="208791"/>
                  </a:lnTo>
                  <a:lnTo>
                    <a:pt x="4649514" y="252884"/>
                  </a:lnTo>
                  <a:lnTo>
                    <a:pt x="4677894" y="285245"/>
                  </a:lnTo>
                  <a:lnTo>
                    <a:pt x="4717225" y="301732"/>
                  </a:lnTo>
                  <a:lnTo>
                    <a:pt x="4740795" y="303784"/>
                  </a:lnTo>
                  <a:lnTo>
                    <a:pt x="4756462" y="302664"/>
                  </a:lnTo>
                  <a:lnTo>
                    <a:pt x="4794770" y="285876"/>
                  </a:lnTo>
                  <a:lnTo>
                    <a:pt x="4794770" y="217931"/>
                  </a:lnTo>
                  <a:lnTo>
                    <a:pt x="4746891" y="217931"/>
                  </a:lnTo>
                  <a:lnTo>
                    <a:pt x="4746891" y="165607"/>
                  </a:lnTo>
                  <a:lnTo>
                    <a:pt x="4856111" y="165607"/>
                  </a:lnTo>
                  <a:lnTo>
                    <a:pt x="4856111" y="320293"/>
                  </a:lnTo>
                  <a:lnTo>
                    <a:pt x="4816178" y="342761"/>
                  </a:lnTo>
                  <a:lnTo>
                    <a:pt x="4765211" y="355774"/>
                  </a:lnTo>
                  <a:lnTo>
                    <a:pt x="4730889" y="358266"/>
                  </a:lnTo>
                  <a:lnTo>
                    <a:pt x="4695669" y="355238"/>
                  </a:lnTo>
                  <a:lnTo>
                    <a:pt x="4636752" y="330942"/>
                  </a:lnTo>
                  <a:lnTo>
                    <a:pt x="4594031" y="283291"/>
                  </a:lnTo>
                  <a:lnTo>
                    <a:pt x="4572314" y="218953"/>
                  </a:lnTo>
                  <a:lnTo>
                    <a:pt x="4569599" y="180975"/>
                  </a:lnTo>
                  <a:lnTo>
                    <a:pt x="4572554" y="142849"/>
                  </a:lnTo>
                  <a:lnTo>
                    <a:pt x="4596228" y="77837"/>
                  </a:lnTo>
                  <a:lnTo>
                    <a:pt x="4642735" y="29071"/>
                  </a:lnTo>
                  <a:lnTo>
                    <a:pt x="4706553" y="4028"/>
                  </a:lnTo>
                  <a:lnTo>
                    <a:pt x="4744605" y="888"/>
                  </a:lnTo>
                  <a:close/>
                </a:path>
                <a:path w="7386320" h="459740">
                  <a:moveTo>
                    <a:pt x="3413137" y="888"/>
                  </a:moveTo>
                  <a:lnTo>
                    <a:pt x="3441069" y="2293"/>
                  </a:lnTo>
                  <a:lnTo>
                    <a:pt x="3465048" y="6508"/>
                  </a:lnTo>
                  <a:lnTo>
                    <a:pt x="3485075" y="13533"/>
                  </a:lnTo>
                  <a:lnTo>
                    <a:pt x="3501148" y="23367"/>
                  </a:lnTo>
                  <a:lnTo>
                    <a:pt x="3482479" y="76200"/>
                  </a:lnTo>
                  <a:lnTo>
                    <a:pt x="3466072" y="66105"/>
                  </a:lnTo>
                  <a:lnTo>
                    <a:pt x="3449237" y="58880"/>
                  </a:lnTo>
                  <a:lnTo>
                    <a:pt x="3431973" y="54536"/>
                  </a:lnTo>
                  <a:lnTo>
                    <a:pt x="3414280" y="53086"/>
                  </a:lnTo>
                  <a:lnTo>
                    <a:pt x="3404283" y="53778"/>
                  </a:lnTo>
                  <a:lnTo>
                    <a:pt x="3372640" y="77152"/>
                  </a:lnTo>
                  <a:lnTo>
                    <a:pt x="3369703" y="93472"/>
                  </a:lnTo>
                  <a:lnTo>
                    <a:pt x="3373821" y="108473"/>
                  </a:lnTo>
                  <a:lnTo>
                    <a:pt x="3386166" y="123761"/>
                  </a:lnTo>
                  <a:lnTo>
                    <a:pt x="3406726" y="139334"/>
                  </a:lnTo>
                  <a:lnTo>
                    <a:pt x="3435489" y="155193"/>
                  </a:lnTo>
                  <a:lnTo>
                    <a:pt x="3451630" y="163504"/>
                  </a:lnTo>
                  <a:lnTo>
                    <a:pt x="3465366" y="171481"/>
                  </a:lnTo>
                  <a:lnTo>
                    <a:pt x="3499069" y="201930"/>
                  </a:lnTo>
                  <a:lnTo>
                    <a:pt x="3514896" y="239823"/>
                  </a:lnTo>
                  <a:lnTo>
                    <a:pt x="3516896" y="262127"/>
                  </a:lnTo>
                  <a:lnTo>
                    <a:pt x="3514825" y="282156"/>
                  </a:lnTo>
                  <a:lnTo>
                    <a:pt x="3498251" y="316688"/>
                  </a:lnTo>
                  <a:lnTo>
                    <a:pt x="3465771" y="343050"/>
                  </a:lnTo>
                  <a:lnTo>
                    <a:pt x="3421384" y="356576"/>
                  </a:lnTo>
                  <a:lnTo>
                    <a:pt x="3394976" y="358266"/>
                  </a:lnTo>
                  <a:lnTo>
                    <a:pt x="3371378" y="356717"/>
                  </a:lnTo>
                  <a:lnTo>
                    <a:pt x="3348970" y="352059"/>
                  </a:lnTo>
                  <a:lnTo>
                    <a:pt x="3327754" y="344283"/>
                  </a:lnTo>
                  <a:lnTo>
                    <a:pt x="3307727" y="333375"/>
                  </a:lnTo>
                  <a:lnTo>
                    <a:pt x="3330333" y="278384"/>
                  </a:lnTo>
                  <a:lnTo>
                    <a:pt x="3348435" y="289532"/>
                  </a:lnTo>
                  <a:lnTo>
                    <a:pt x="3366369" y="297465"/>
                  </a:lnTo>
                  <a:lnTo>
                    <a:pt x="3384161" y="302208"/>
                  </a:lnTo>
                  <a:lnTo>
                    <a:pt x="3401834" y="303784"/>
                  </a:lnTo>
                  <a:lnTo>
                    <a:pt x="3425430" y="301426"/>
                  </a:lnTo>
                  <a:lnTo>
                    <a:pt x="3442300" y="294354"/>
                  </a:lnTo>
                  <a:lnTo>
                    <a:pt x="3452430" y="282567"/>
                  </a:lnTo>
                  <a:lnTo>
                    <a:pt x="3455809" y="266064"/>
                  </a:lnTo>
                  <a:lnTo>
                    <a:pt x="3455021" y="257323"/>
                  </a:lnTo>
                  <a:lnTo>
                    <a:pt x="3435037" y="224095"/>
                  </a:lnTo>
                  <a:lnTo>
                    <a:pt x="3390531" y="196341"/>
                  </a:lnTo>
                  <a:lnTo>
                    <a:pt x="3372319" y="186864"/>
                  </a:lnTo>
                  <a:lnTo>
                    <a:pt x="3357321" y="178244"/>
                  </a:lnTo>
                  <a:lnTo>
                    <a:pt x="3324840" y="149526"/>
                  </a:lnTo>
                  <a:lnTo>
                    <a:pt x="3308836" y="104378"/>
                  </a:lnTo>
                  <a:lnTo>
                    <a:pt x="3308362" y="93852"/>
                  </a:lnTo>
                  <a:lnTo>
                    <a:pt x="3310196" y="74685"/>
                  </a:lnTo>
                  <a:lnTo>
                    <a:pt x="3337699" y="27304"/>
                  </a:lnTo>
                  <a:lnTo>
                    <a:pt x="3371275" y="7524"/>
                  </a:lnTo>
                  <a:lnTo>
                    <a:pt x="3391152" y="2551"/>
                  </a:lnTo>
                  <a:lnTo>
                    <a:pt x="3413137" y="888"/>
                  </a:lnTo>
                  <a:close/>
                </a:path>
                <a:path w="7386320" h="459740">
                  <a:moveTo>
                    <a:pt x="7271397" y="0"/>
                  </a:moveTo>
                  <a:lnTo>
                    <a:pt x="7315911" y="34607"/>
                  </a:lnTo>
                  <a:lnTo>
                    <a:pt x="7352804" y="89788"/>
                  </a:lnTo>
                  <a:lnTo>
                    <a:pt x="7377553" y="155225"/>
                  </a:lnTo>
                  <a:lnTo>
                    <a:pt x="7385824" y="220852"/>
                  </a:lnTo>
                  <a:lnTo>
                    <a:pt x="7383989" y="258260"/>
                  </a:lnTo>
                  <a:lnTo>
                    <a:pt x="7369269" y="327741"/>
                  </a:lnTo>
                  <a:lnTo>
                    <a:pt x="7340049" y="389338"/>
                  </a:lnTo>
                  <a:lnTo>
                    <a:pt x="7297567" y="439336"/>
                  </a:lnTo>
                  <a:lnTo>
                    <a:pt x="7271397" y="459739"/>
                  </a:lnTo>
                  <a:lnTo>
                    <a:pt x="7271397" y="419862"/>
                  </a:lnTo>
                  <a:lnTo>
                    <a:pt x="7291826" y="388004"/>
                  </a:lnTo>
                  <a:lnTo>
                    <a:pt x="7306433" y="344265"/>
                  </a:lnTo>
                  <a:lnTo>
                    <a:pt x="7315206" y="288667"/>
                  </a:lnTo>
                  <a:lnTo>
                    <a:pt x="7318133" y="221234"/>
                  </a:lnTo>
                  <a:lnTo>
                    <a:pt x="7315206" y="163206"/>
                  </a:lnTo>
                  <a:lnTo>
                    <a:pt x="7306433" y="112394"/>
                  </a:lnTo>
                  <a:lnTo>
                    <a:pt x="7291826" y="68822"/>
                  </a:lnTo>
                  <a:lnTo>
                    <a:pt x="7271397" y="32512"/>
                  </a:lnTo>
                  <a:lnTo>
                    <a:pt x="7271397" y="0"/>
                  </a:lnTo>
                  <a:close/>
                </a:path>
                <a:path w="7386320" h="459740">
                  <a:moveTo>
                    <a:pt x="6419608" y="0"/>
                  </a:moveTo>
                  <a:lnTo>
                    <a:pt x="6419608" y="32512"/>
                  </a:lnTo>
                  <a:lnTo>
                    <a:pt x="6399125" y="68822"/>
                  </a:lnTo>
                  <a:lnTo>
                    <a:pt x="6384524" y="112394"/>
                  </a:lnTo>
                  <a:lnTo>
                    <a:pt x="6375781" y="163206"/>
                  </a:lnTo>
                  <a:lnTo>
                    <a:pt x="6372872" y="221234"/>
                  </a:lnTo>
                  <a:lnTo>
                    <a:pt x="6375781" y="288667"/>
                  </a:lnTo>
                  <a:lnTo>
                    <a:pt x="6384524" y="344265"/>
                  </a:lnTo>
                  <a:lnTo>
                    <a:pt x="6399125" y="388004"/>
                  </a:lnTo>
                  <a:lnTo>
                    <a:pt x="6419608" y="419862"/>
                  </a:lnTo>
                  <a:lnTo>
                    <a:pt x="6419608" y="459739"/>
                  </a:lnTo>
                  <a:lnTo>
                    <a:pt x="6370443" y="415861"/>
                  </a:lnTo>
                  <a:lnTo>
                    <a:pt x="6334518" y="359790"/>
                  </a:lnTo>
                  <a:lnTo>
                    <a:pt x="6312515" y="293893"/>
                  </a:lnTo>
                  <a:lnTo>
                    <a:pt x="6305181" y="220852"/>
                  </a:lnTo>
                  <a:lnTo>
                    <a:pt x="6307233" y="188015"/>
                  </a:lnTo>
                  <a:lnTo>
                    <a:pt x="6323719" y="122483"/>
                  </a:lnTo>
                  <a:lnTo>
                    <a:pt x="6355654" y="59614"/>
                  </a:lnTo>
                  <a:lnTo>
                    <a:pt x="6396369" y="14743"/>
                  </a:lnTo>
                  <a:lnTo>
                    <a:pt x="6419608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400" y="1851482"/>
            <a:ext cx="7924800" cy="3567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The IMR is </a:t>
            </a: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to disable (Mask) or enable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(Unmask)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individual interrupt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inputs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Each bit in this register corresponds to the interrupt </a:t>
            </a:r>
            <a:r>
              <a:rPr sz="2400" spc="-105" dirty="0">
                <a:latin typeface="Times New Roman"/>
                <a:cs typeface="Times New Roman"/>
              </a:rPr>
              <a:t>input  </a:t>
            </a:r>
            <a:r>
              <a:rPr sz="2400" dirty="0">
                <a:latin typeface="Times New Roman"/>
                <a:cs typeface="Times New Roman"/>
              </a:rPr>
              <a:t>with the </a:t>
            </a:r>
            <a:r>
              <a:rPr sz="2400" spc="-5" dirty="0">
                <a:latin typeface="Times New Roman"/>
                <a:cs typeface="Times New Roman"/>
              </a:rPr>
              <a:t>same </a:t>
            </a:r>
            <a:r>
              <a:rPr sz="2400" spc="-25" dirty="0">
                <a:latin typeface="Times New Roman"/>
                <a:cs typeface="Times New Roman"/>
              </a:rPr>
              <a:t>number.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IMR </a:t>
            </a:r>
            <a:r>
              <a:rPr sz="2400" dirty="0">
                <a:latin typeface="Times New Roman"/>
                <a:cs typeface="Times New Roman"/>
              </a:rPr>
              <a:t>operation on 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IRR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6385" marR="235585" indent="-274320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Masking of higher priority input will </a:t>
            </a:r>
            <a:r>
              <a:rPr sz="2400" spc="-5" dirty="0">
                <a:latin typeface="Times New Roman"/>
                <a:cs typeface="Times New Roman"/>
              </a:rPr>
              <a:t>not </a:t>
            </a:r>
            <a:r>
              <a:rPr sz="2400" spc="-15" dirty="0">
                <a:latin typeface="Times New Roman"/>
                <a:cs typeface="Times New Roman"/>
              </a:rPr>
              <a:t>affect </a:t>
            </a:r>
            <a:r>
              <a:rPr sz="2400" dirty="0">
                <a:latin typeface="Times New Roman"/>
                <a:cs typeface="Times New Roman"/>
              </a:rPr>
              <a:t>the  interrupt request lines of lower </a:t>
            </a:r>
            <a:r>
              <a:rPr sz="2400" spc="-20" dirty="0">
                <a:latin typeface="Times New Roman"/>
                <a:cs typeface="Times New Roman"/>
              </a:rPr>
              <a:t>priority. </a:t>
            </a:r>
            <a:r>
              <a:rPr sz="2400" spc="-9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unmask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  interrupt the </a:t>
            </a:r>
            <a:r>
              <a:rPr sz="2400" spc="-5" dirty="0">
                <a:latin typeface="Times New Roman"/>
                <a:cs typeface="Times New Roman"/>
              </a:rPr>
              <a:t>corresponding </a:t>
            </a:r>
            <a:r>
              <a:rPr sz="2400" dirty="0">
                <a:latin typeface="Times New Roman"/>
                <a:cs typeface="Times New Roman"/>
              </a:rPr>
              <a:t>bit is set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‘0’.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8594" y="754633"/>
            <a:ext cx="4957445" cy="461645"/>
            <a:chOff x="538594" y="754633"/>
            <a:chExt cx="4957445" cy="461645"/>
          </a:xfrm>
        </p:grpSpPr>
        <p:sp>
          <p:nvSpPr>
            <p:cNvPr id="3" name="object 3"/>
            <p:cNvSpPr/>
            <p:nvPr/>
          </p:nvSpPr>
          <p:spPr>
            <a:xfrm>
              <a:off x="539483" y="755522"/>
              <a:ext cx="4955044" cy="4597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9354" y="813434"/>
              <a:ext cx="101853" cy="1005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53791" y="8134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25803" y="8134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483" y="755522"/>
              <a:ext cx="4955540" cy="459740"/>
            </a:xfrm>
            <a:custGeom>
              <a:avLst/>
              <a:gdLst/>
              <a:ahLst/>
              <a:cxnLst/>
              <a:rect l="l" t="t" r="r" b="b"/>
              <a:pathLst>
                <a:path w="4955540" h="459740">
                  <a:moveTo>
                    <a:pt x="4122813" y="6857"/>
                  </a:moveTo>
                  <a:lnTo>
                    <a:pt x="4343285" y="6857"/>
                  </a:lnTo>
                  <a:lnTo>
                    <a:pt x="4343285" y="61340"/>
                  </a:lnTo>
                  <a:lnTo>
                    <a:pt x="4184154" y="61340"/>
                  </a:lnTo>
                  <a:lnTo>
                    <a:pt x="4184154" y="142239"/>
                  </a:lnTo>
                  <a:lnTo>
                    <a:pt x="4298327" y="142239"/>
                  </a:lnTo>
                  <a:lnTo>
                    <a:pt x="4298327" y="194437"/>
                  </a:lnTo>
                  <a:lnTo>
                    <a:pt x="4184154" y="194437"/>
                  </a:lnTo>
                  <a:lnTo>
                    <a:pt x="4184154" y="297941"/>
                  </a:lnTo>
                  <a:lnTo>
                    <a:pt x="4340745" y="297941"/>
                  </a:lnTo>
                  <a:lnTo>
                    <a:pt x="4340745" y="352425"/>
                  </a:lnTo>
                  <a:lnTo>
                    <a:pt x="4122813" y="352425"/>
                  </a:lnTo>
                  <a:lnTo>
                    <a:pt x="4122813" y="6857"/>
                  </a:lnTo>
                  <a:close/>
                </a:path>
                <a:path w="4955540" h="459740">
                  <a:moveTo>
                    <a:pt x="3796423" y="6857"/>
                  </a:moveTo>
                  <a:lnTo>
                    <a:pt x="4082554" y="6857"/>
                  </a:lnTo>
                  <a:lnTo>
                    <a:pt x="4082554" y="61340"/>
                  </a:lnTo>
                  <a:lnTo>
                    <a:pt x="3967746" y="61340"/>
                  </a:lnTo>
                  <a:lnTo>
                    <a:pt x="3967746" y="352425"/>
                  </a:lnTo>
                  <a:lnTo>
                    <a:pt x="3906405" y="352425"/>
                  </a:lnTo>
                  <a:lnTo>
                    <a:pt x="3906405" y="61340"/>
                  </a:lnTo>
                  <a:lnTo>
                    <a:pt x="3796423" y="61340"/>
                  </a:lnTo>
                  <a:lnTo>
                    <a:pt x="3796423" y="6857"/>
                  </a:lnTo>
                  <a:close/>
                </a:path>
                <a:path w="4955540" h="459740">
                  <a:moveTo>
                    <a:pt x="3447300" y="6857"/>
                  </a:moveTo>
                  <a:lnTo>
                    <a:pt x="3508641" y="6857"/>
                  </a:lnTo>
                  <a:lnTo>
                    <a:pt x="3508641" y="352425"/>
                  </a:lnTo>
                  <a:lnTo>
                    <a:pt x="3447300" y="352425"/>
                  </a:lnTo>
                  <a:lnTo>
                    <a:pt x="3447300" y="6857"/>
                  </a:lnTo>
                  <a:close/>
                </a:path>
                <a:path w="4955540" h="459740">
                  <a:moveTo>
                    <a:pt x="2847225" y="6857"/>
                  </a:moveTo>
                  <a:lnTo>
                    <a:pt x="3067697" y="6857"/>
                  </a:lnTo>
                  <a:lnTo>
                    <a:pt x="3067697" y="61340"/>
                  </a:lnTo>
                  <a:lnTo>
                    <a:pt x="2908566" y="61340"/>
                  </a:lnTo>
                  <a:lnTo>
                    <a:pt x="2908566" y="142239"/>
                  </a:lnTo>
                  <a:lnTo>
                    <a:pt x="3022739" y="142239"/>
                  </a:lnTo>
                  <a:lnTo>
                    <a:pt x="3022739" y="194437"/>
                  </a:lnTo>
                  <a:lnTo>
                    <a:pt x="2908566" y="194437"/>
                  </a:lnTo>
                  <a:lnTo>
                    <a:pt x="2908566" y="297941"/>
                  </a:lnTo>
                  <a:lnTo>
                    <a:pt x="3065157" y="297941"/>
                  </a:lnTo>
                  <a:lnTo>
                    <a:pt x="3065157" y="352425"/>
                  </a:lnTo>
                  <a:lnTo>
                    <a:pt x="2847225" y="352425"/>
                  </a:lnTo>
                  <a:lnTo>
                    <a:pt x="2847225" y="6857"/>
                  </a:lnTo>
                  <a:close/>
                </a:path>
                <a:path w="4955540" h="459740">
                  <a:moveTo>
                    <a:pt x="2132469" y="6857"/>
                  </a:moveTo>
                  <a:lnTo>
                    <a:pt x="2352941" y="6857"/>
                  </a:lnTo>
                  <a:lnTo>
                    <a:pt x="2352941" y="61340"/>
                  </a:lnTo>
                  <a:lnTo>
                    <a:pt x="2193810" y="61340"/>
                  </a:lnTo>
                  <a:lnTo>
                    <a:pt x="2193810" y="142239"/>
                  </a:lnTo>
                  <a:lnTo>
                    <a:pt x="2307983" y="142239"/>
                  </a:lnTo>
                  <a:lnTo>
                    <a:pt x="2307983" y="194437"/>
                  </a:lnTo>
                  <a:lnTo>
                    <a:pt x="2193810" y="194437"/>
                  </a:lnTo>
                  <a:lnTo>
                    <a:pt x="2193810" y="297941"/>
                  </a:lnTo>
                  <a:lnTo>
                    <a:pt x="2350401" y="297941"/>
                  </a:lnTo>
                  <a:lnTo>
                    <a:pt x="2350401" y="352425"/>
                  </a:lnTo>
                  <a:lnTo>
                    <a:pt x="2132469" y="352425"/>
                  </a:lnTo>
                  <a:lnTo>
                    <a:pt x="2132469" y="6857"/>
                  </a:lnTo>
                  <a:close/>
                </a:path>
                <a:path w="4955540" h="459740">
                  <a:moveTo>
                    <a:pt x="1703844" y="6857"/>
                  </a:moveTo>
                  <a:lnTo>
                    <a:pt x="1765185" y="6857"/>
                  </a:lnTo>
                  <a:lnTo>
                    <a:pt x="1765185" y="352425"/>
                  </a:lnTo>
                  <a:lnTo>
                    <a:pt x="1703844" y="352425"/>
                  </a:lnTo>
                  <a:lnTo>
                    <a:pt x="1703844" y="6857"/>
                  </a:lnTo>
                  <a:close/>
                </a:path>
                <a:path w="4955540" h="459740">
                  <a:moveTo>
                    <a:pt x="1368183" y="6857"/>
                  </a:moveTo>
                  <a:lnTo>
                    <a:pt x="1435747" y="6857"/>
                  </a:lnTo>
                  <a:lnTo>
                    <a:pt x="1515630" y="240411"/>
                  </a:lnTo>
                  <a:lnTo>
                    <a:pt x="1600085" y="6857"/>
                  </a:lnTo>
                  <a:lnTo>
                    <a:pt x="1666125" y="6857"/>
                  </a:lnTo>
                  <a:lnTo>
                    <a:pt x="1531251" y="357124"/>
                  </a:lnTo>
                  <a:lnTo>
                    <a:pt x="1497469" y="357124"/>
                  </a:lnTo>
                  <a:lnTo>
                    <a:pt x="1368183" y="6857"/>
                  </a:lnTo>
                  <a:close/>
                </a:path>
                <a:path w="4955540" h="459740">
                  <a:moveTo>
                    <a:pt x="849261" y="6857"/>
                  </a:moveTo>
                  <a:lnTo>
                    <a:pt x="1069733" y="6857"/>
                  </a:lnTo>
                  <a:lnTo>
                    <a:pt x="1069733" y="61340"/>
                  </a:lnTo>
                  <a:lnTo>
                    <a:pt x="910602" y="61340"/>
                  </a:lnTo>
                  <a:lnTo>
                    <a:pt x="910602" y="142239"/>
                  </a:lnTo>
                  <a:lnTo>
                    <a:pt x="1024775" y="142239"/>
                  </a:lnTo>
                  <a:lnTo>
                    <a:pt x="1024775" y="194437"/>
                  </a:lnTo>
                  <a:lnTo>
                    <a:pt x="910602" y="194437"/>
                  </a:lnTo>
                  <a:lnTo>
                    <a:pt x="910602" y="297941"/>
                  </a:lnTo>
                  <a:lnTo>
                    <a:pt x="1067193" y="297941"/>
                  </a:lnTo>
                  <a:lnTo>
                    <a:pt x="1067193" y="352425"/>
                  </a:lnTo>
                  <a:lnTo>
                    <a:pt x="849261" y="352425"/>
                  </a:lnTo>
                  <a:lnTo>
                    <a:pt x="849261" y="6857"/>
                  </a:lnTo>
                  <a:close/>
                </a:path>
                <a:path w="4955540" h="459740">
                  <a:moveTo>
                    <a:pt x="132930" y="6857"/>
                  </a:moveTo>
                  <a:lnTo>
                    <a:pt x="162420" y="6857"/>
                  </a:lnTo>
                  <a:lnTo>
                    <a:pt x="325653" y="215391"/>
                  </a:lnTo>
                  <a:lnTo>
                    <a:pt x="325653" y="6857"/>
                  </a:lnTo>
                  <a:lnTo>
                    <a:pt x="384632" y="6857"/>
                  </a:lnTo>
                  <a:lnTo>
                    <a:pt x="384632" y="357124"/>
                  </a:lnTo>
                  <a:lnTo>
                    <a:pt x="359625" y="357124"/>
                  </a:lnTo>
                  <a:lnTo>
                    <a:pt x="191909" y="138429"/>
                  </a:lnTo>
                  <a:lnTo>
                    <a:pt x="191909" y="352678"/>
                  </a:lnTo>
                  <a:lnTo>
                    <a:pt x="132930" y="352678"/>
                  </a:lnTo>
                  <a:lnTo>
                    <a:pt x="132930" y="6857"/>
                  </a:lnTo>
                  <a:close/>
                </a:path>
                <a:path w="4955540" h="459740">
                  <a:moveTo>
                    <a:pt x="0" y="6857"/>
                  </a:moveTo>
                  <a:lnTo>
                    <a:pt x="61328" y="6857"/>
                  </a:lnTo>
                  <a:lnTo>
                    <a:pt x="61328" y="352425"/>
                  </a:lnTo>
                  <a:lnTo>
                    <a:pt x="0" y="352425"/>
                  </a:lnTo>
                  <a:lnTo>
                    <a:pt x="0" y="6857"/>
                  </a:lnTo>
                  <a:close/>
                </a:path>
                <a:path w="4955540" h="459740">
                  <a:moveTo>
                    <a:pt x="4492891" y="3301"/>
                  </a:moveTo>
                  <a:lnTo>
                    <a:pt x="4550472" y="9661"/>
                  </a:lnTo>
                  <a:lnTo>
                    <a:pt x="4591586" y="28749"/>
                  </a:lnTo>
                  <a:lnTo>
                    <a:pt x="4616246" y="60577"/>
                  </a:lnTo>
                  <a:lnTo>
                    <a:pt x="4624463" y="105155"/>
                  </a:lnTo>
                  <a:lnTo>
                    <a:pt x="4623322" y="120157"/>
                  </a:lnTo>
                  <a:lnTo>
                    <a:pt x="4606302" y="161162"/>
                  </a:lnTo>
                  <a:lnTo>
                    <a:pt x="4573798" y="190630"/>
                  </a:lnTo>
                  <a:lnTo>
                    <a:pt x="4560582" y="196723"/>
                  </a:lnTo>
                  <a:lnTo>
                    <a:pt x="4662690" y="352425"/>
                  </a:lnTo>
                  <a:lnTo>
                    <a:pt x="4591951" y="352425"/>
                  </a:lnTo>
                  <a:lnTo>
                    <a:pt x="4499749" y="209676"/>
                  </a:lnTo>
                  <a:lnTo>
                    <a:pt x="4492086" y="209508"/>
                  </a:lnTo>
                  <a:lnTo>
                    <a:pt x="4483017" y="209184"/>
                  </a:lnTo>
                  <a:lnTo>
                    <a:pt x="4472567" y="208694"/>
                  </a:lnTo>
                  <a:lnTo>
                    <a:pt x="4460760" y="208025"/>
                  </a:lnTo>
                  <a:lnTo>
                    <a:pt x="4460760" y="352425"/>
                  </a:lnTo>
                  <a:lnTo>
                    <a:pt x="4397133" y="352425"/>
                  </a:lnTo>
                  <a:lnTo>
                    <a:pt x="4397133" y="6857"/>
                  </a:lnTo>
                  <a:lnTo>
                    <a:pt x="4401542" y="6740"/>
                  </a:lnTo>
                  <a:lnTo>
                    <a:pt x="4409643" y="6397"/>
                  </a:lnTo>
                  <a:lnTo>
                    <a:pt x="4421458" y="5840"/>
                  </a:lnTo>
                  <a:lnTo>
                    <a:pt x="4437011" y="5079"/>
                  </a:lnTo>
                  <a:lnTo>
                    <a:pt x="4453493" y="4319"/>
                  </a:lnTo>
                  <a:lnTo>
                    <a:pt x="4468285" y="3762"/>
                  </a:lnTo>
                  <a:lnTo>
                    <a:pt x="4481410" y="3419"/>
                  </a:lnTo>
                  <a:lnTo>
                    <a:pt x="4492891" y="3301"/>
                  </a:lnTo>
                  <a:close/>
                </a:path>
                <a:path w="4955540" h="459740">
                  <a:moveTo>
                    <a:pt x="2647327" y="3301"/>
                  </a:moveTo>
                  <a:lnTo>
                    <a:pt x="2704908" y="9661"/>
                  </a:lnTo>
                  <a:lnTo>
                    <a:pt x="2746022" y="28749"/>
                  </a:lnTo>
                  <a:lnTo>
                    <a:pt x="2770682" y="60577"/>
                  </a:lnTo>
                  <a:lnTo>
                    <a:pt x="2778899" y="105155"/>
                  </a:lnTo>
                  <a:lnTo>
                    <a:pt x="2777758" y="120157"/>
                  </a:lnTo>
                  <a:lnTo>
                    <a:pt x="2760738" y="161162"/>
                  </a:lnTo>
                  <a:lnTo>
                    <a:pt x="2728234" y="190630"/>
                  </a:lnTo>
                  <a:lnTo>
                    <a:pt x="2715018" y="196723"/>
                  </a:lnTo>
                  <a:lnTo>
                    <a:pt x="2817126" y="352425"/>
                  </a:lnTo>
                  <a:lnTo>
                    <a:pt x="2746387" y="352425"/>
                  </a:lnTo>
                  <a:lnTo>
                    <a:pt x="2654185" y="209676"/>
                  </a:lnTo>
                  <a:lnTo>
                    <a:pt x="2646522" y="209508"/>
                  </a:lnTo>
                  <a:lnTo>
                    <a:pt x="2637453" y="209184"/>
                  </a:lnTo>
                  <a:lnTo>
                    <a:pt x="2627003" y="208694"/>
                  </a:lnTo>
                  <a:lnTo>
                    <a:pt x="2615196" y="208025"/>
                  </a:lnTo>
                  <a:lnTo>
                    <a:pt x="2615196" y="352425"/>
                  </a:lnTo>
                  <a:lnTo>
                    <a:pt x="2551569" y="352425"/>
                  </a:lnTo>
                  <a:lnTo>
                    <a:pt x="2551569" y="6857"/>
                  </a:lnTo>
                  <a:lnTo>
                    <a:pt x="2555978" y="6740"/>
                  </a:lnTo>
                  <a:lnTo>
                    <a:pt x="2564079" y="6397"/>
                  </a:lnTo>
                  <a:lnTo>
                    <a:pt x="2575894" y="5840"/>
                  </a:lnTo>
                  <a:lnTo>
                    <a:pt x="2591447" y="5079"/>
                  </a:lnTo>
                  <a:lnTo>
                    <a:pt x="2607929" y="4319"/>
                  </a:lnTo>
                  <a:lnTo>
                    <a:pt x="2622721" y="3762"/>
                  </a:lnTo>
                  <a:lnTo>
                    <a:pt x="2635846" y="3419"/>
                  </a:lnTo>
                  <a:lnTo>
                    <a:pt x="2647327" y="3301"/>
                  </a:lnTo>
                  <a:close/>
                </a:path>
                <a:path w="4955540" h="459740">
                  <a:moveTo>
                    <a:pt x="1219339" y="3301"/>
                  </a:moveTo>
                  <a:lnTo>
                    <a:pt x="1276920" y="9661"/>
                  </a:lnTo>
                  <a:lnTo>
                    <a:pt x="1318034" y="28749"/>
                  </a:lnTo>
                  <a:lnTo>
                    <a:pt x="1342694" y="60577"/>
                  </a:lnTo>
                  <a:lnTo>
                    <a:pt x="1350911" y="105155"/>
                  </a:lnTo>
                  <a:lnTo>
                    <a:pt x="1349770" y="120157"/>
                  </a:lnTo>
                  <a:lnTo>
                    <a:pt x="1332750" y="161162"/>
                  </a:lnTo>
                  <a:lnTo>
                    <a:pt x="1300246" y="190630"/>
                  </a:lnTo>
                  <a:lnTo>
                    <a:pt x="1287030" y="196723"/>
                  </a:lnTo>
                  <a:lnTo>
                    <a:pt x="1389138" y="352425"/>
                  </a:lnTo>
                  <a:lnTo>
                    <a:pt x="1318399" y="352425"/>
                  </a:lnTo>
                  <a:lnTo>
                    <a:pt x="1226197" y="209676"/>
                  </a:lnTo>
                  <a:lnTo>
                    <a:pt x="1218534" y="209508"/>
                  </a:lnTo>
                  <a:lnTo>
                    <a:pt x="1209465" y="209184"/>
                  </a:lnTo>
                  <a:lnTo>
                    <a:pt x="1199015" y="208694"/>
                  </a:lnTo>
                  <a:lnTo>
                    <a:pt x="1187208" y="208025"/>
                  </a:lnTo>
                  <a:lnTo>
                    <a:pt x="1187208" y="352425"/>
                  </a:lnTo>
                  <a:lnTo>
                    <a:pt x="1123581" y="352425"/>
                  </a:lnTo>
                  <a:lnTo>
                    <a:pt x="1123581" y="6857"/>
                  </a:lnTo>
                  <a:lnTo>
                    <a:pt x="1127990" y="6740"/>
                  </a:lnTo>
                  <a:lnTo>
                    <a:pt x="1136091" y="6397"/>
                  </a:lnTo>
                  <a:lnTo>
                    <a:pt x="1147906" y="5840"/>
                  </a:lnTo>
                  <a:lnTo>
                    <a:pt x="1163459" y="5079"/>
                  </a:lnTo>
                  <a:lnTo>
                    <a:pt x="1179941" y="4319"/>
                  </a:lnTo>
                  <a:lnTo>
                    <a:pt x="1194733" y="3762"/>
                  </a:lnTo>
                  <a:lnTo>
                    <a:pt x="1207858" y="3419"/>
                  </a:lnTo>
                  <a:lnTo>
                    <a:pt x="1219339" y="3301"/>
                  </a:lnTo>
                  <a:close/>
                </a:path>
                <a:path w="4955540" h="459740">
                  <a:moveTo>
                    <a:pt x="3669169" y="888"/>
                  </a:moveTo>
                  <a:lnTo>
                    <a:pt x="3697101" y="2293"/>
                  </a:lnTo>
                  <a:lnTo>
                    <a:pt x="3721080" y="6508"/>
                  </a:lnTo>
                  <a:lnTo>
                    <a:pt x="3741107" y="13533"/>
                  </a:lnTo>
                  <a:lnTo>
                    <a:pt x="3757180" y="23367"/>
                  </a:lnTo>
                  <a:lnTo>
                    <a:pt x="3738511" y="76200"/>
                  </a:lnTo>
                  <a:lnTo>
                    <a:pt x="3722104" y="66105"/>
                  </a:lnTo>
                  <a:lnTo>
                    <a:pt x="3705269" y="58880"/>
                  </a:lnTo>
                  <a:lnTo>
                    <a:pt x="3688005" y="54536"/>
                  </a:lnTo>
                  <a:lnTo>
                    <a:pt x="3670312" y="53086"/>
                  </a:lnTo>
                  <a:lnTo>
                    <a:pt x="3660315" y="53778"/>
                  </a:lnTo>
                  <a:lnTo>
                    <a:pt x="3628672" y="77152"/>
                  </a:lnTo>
                  <a:lnTo>
                    <a:pt x="3625735" y="93472"/>
                  </a:lnTo>
                  <a:lnTo>
                    <a:pt x="3629853" y="108473"/>
                  </a:lnTo>
                  <a:lnTo>
                    <a:pt x="3642198" y="123761"/>
                  </a:lnTo>
                  <a:lnTo>
                    <a:pt x="3662758" y="139334"/>
                  </a:lnTo>
                  <a:lnTo>
                    <a:pt x="3691521" y="155193"/>
                  </a:lnTo>
                  <a:lnTo>
                    <a:pt x="3707662" y="163504"/>
                  </a:lnTo>
                  <a:lnTo>
                    <a:pt x="3721398" y="171481"/>
                  </a:lnTo>
                  <a:lnTo>
                    <a:pt x="3755101" y="201930"/>
                  </a:lnTo>
                  <a:lnTo>
                    <a:pt x="3770928" y="239823"/>
                  </a:lnTo>
                  <a:lnTo>
                    <a:pt x="3772928" y="262127"/>
                  </a:lnTo>
                  <a:lnTo>
                    <a:pt x="3770857" y="282156"/>
                  </a:lnTo>
                  <a:lnTo>
                    <a:pt x="3754283" y="316688"/>
                  </a:lnTo>
                  <a:lnTo>
                    <a:pt x="3721803" y="343050"/>
                  </a:lnTo>
                  <a:lnTo>
                    <a:pt x="3677416" y="356576"/>
                  </a:lnTo>
                  <a:lnTo>
                    <a:pt x="3651008" y="358266"/>
                  </a:lnTo>
                  <a:lnTo>
                    <a:pt x="3627410" y="356717"/>
                  </a:lnTo>
                  <a:lnTo>
                    <a:pt x="3605002" y="352059"/>
                  </a:lnTo>
                  <a:lnTo>
                    <a:pt x="3583786" y="344283"/>
                  </a:lnTo>
                  <a:lnTo>
                    <a:pt x="3563759" y="333375"/>
                  </a:lnTo>
                  <a:lnTo>
                    <a:pt x="3586365" y="278384"/>
                  </a:lnTo>
                  <a:lnTo>
                    <a:pt x="3604467" y="289532"/>
                  </a:lnTo>
                  <a:lnTo>
                    <a:pt x="3622401" y="297465"/>
                  </a:lnTo>
                  <a:lnTo>
                    <a:pt x="3640193" y="302208"/>
                  </a:lnTo>
                  <a:lnTo>
                    <a:pt x="3657866" y="303784"/>
                  </a:lnTo>
                  <a:lnTo>
                    <a:pt x="3681462" y="301426"/>
                  </a:lnTo>
                  <a:lnTo>
                    <a:pt x="3698332" y="294354"/>
                  </a:lnTo>
                  <a:lnTo>
                    <a:pt x="3708462" y="282567"/>
                  </a:lnTo>
                  <a:lnTo>
                    <a:pt x="3711841" y="266064"/>
                  </a:lnTo>
                  <a:lnTo>
                    <a:pt x="3711053" y="257323"/>
                  </a:lnTo>
                  <a:lnTo>
                    <a:pt x="3691069" y="224095"/>
                  </a:lnTo>
                  <a:lnTo>
                    <a:pt x="3646563" y="196341"/>
                  </a:lnTo>
                  <a:lnTo>
                    <a:pt x="3628351" y="186864"/>
                  </a:lnTo>
                  <a:lnTo>
                    <a:pt x="3613353" y="178244"/>
                  </a:lnTo>
                  <a:lnTo>
                    <a:pt x="3580872" y="149526"/>
                  </a:lnTo>
                  <a:lnTo>
                    <a:pt x="3564868" y="104378"/>
                  </a:lnTo>
                  <a:lnTo>
                    <a:pt x="3564394" y="93852"/>
                  </a:lnTo>
                  <a:lnTo>
                    <a:pt x="3566228" y="74685"/>
                  </a:lnTo>
                  <a:lnTo>
                    <a:pt x="3593731" y="27304"/>
                  </a:lnTo>
                  <a:lnTo>
                    <a:pt x="3627307" y="7524"/>
                  </a:lnTo>
                  <a:lnTo>
                    <a:pt x="3647184" y="2551"/>
                  </a:lnTo>
                  <a:lnTo>
                    <a:pt x="3669169" y="888"/>
                  </a:lnTo>
                  <a:close/>
                </a:path>
                <a:path w="4955540" h="459740">
                  <a:moveTo>
                    <a:pt x="3280041" y="888"/>
                  </a:moveTo>
                  <a:lnTo>
                    <a:pt x="3307376" y="3028"/>
                  </a:lnTo>
                  <a:lnTo>
                    <a:pt x="3332603" y="9429"/>
                  </a:lnTo>
                  <a:lnTo>
                    <a:pt x="3355711" y="20069"/>
                  </a:lnTo>
                  <a:lnTo>
                    <a:pt x="3376688" y="34925"/>
                  </a:lnTo>
                  <a:lnTo>
                    <a:pt x="3351034" y="84200"/>
                  </a:lnTo>
                  <a:lnTo>
                    <a:pt x="3344867" y="79365"/>
                  </a:lnTo>
                  <a:lnTo>
                    <a:pt x="3337223" y="74564"/>
                  </a:lnTo>
                  <a:lnTo>
                    <a:pt x="3296456" y="57880"/>
                  </a:lnTo>
                  <a:lnTo>
                    <a:pt x="3278644" y="55499"/>
                  </a:lnTo>
                  <a:lnTo>
                    <a:pt x="3254473" y="57646"/>
                  </a:lnTo>
                  <a:lnTo>
                    <a:pt x="3214225" y="74894"/>
                  </a:lnTo>
                  <a:lnTo>
                    <a:pt x="3185218" y="108759"/>
                  </a:lnTo>
                  <a:lnTo>
                    <a:pt x="3170498" y="155051"/>
                  </a:lnTo>
                  <a:lnTo>
                    <a:pt x="3168662" y="182625"/>
                  </a:lnTo>
                  <a:lnTo>
                    <a:pt x="3170472" y="208791"/>
                  </a:lnTo>
                  <a:lnTo>
                    <a:pt x="3184950" y="252884"/>
                  </a:lnTo>
                  <a:lnTo>
                    <a:pt x="3213330" y="285245"/>
                  </a:lnTo>
                  <a:lnTo>
                    <a:pt x="3252661" y="301732"/>
                  </a:lnTo>
                  <a:lnTo>
                    <a:pt x="3276231" y="303784"/>
                  </a:lnTo>
                  <a:lnTo>
                    <a:pt x="3291898" y="302664"/>
                  </a:lnTo>
                  <a:lnTo>
                    <a:pt x="3330206" y="285876"/>
                  </a:lnTo>
                  <a:lnTo>
                    <a:pt x="3330206" y="217931"/>
                  </a:lnTo>
                  <a:lnTo>
                    <a:pt x="3282327" y="217931"/>
                  </a:lnTo>
                  <a:lnTo>
                    <a:pt x="3282327" y="165607"/>
                  </a:lnTo>
                  <a:lnTo>
                    <a:pt x="3391547" y="165607"/>
                  </a:lnTo>
                  <a:lnTo>
                    <a:pt x="3391547" y="320293"/>
                  </a:lnTo>
                  <a:lnTo>
                    <a:pt x="3351614" y="342761"/>
                  </a:lnTo>
                  <a:lnTo>
                    <a:pt x="3300647" y="355774"/>
                  </a:lnTo>
                  <a:lnTo>
                    <a:pt x="3266325" y="358266"/>
                  </a:lnTo>
                  <a:lnTo>
                    <a:pt x="3231105" y="355238"/>
                  </a:lnTo>
                  <a:lnTo>
                    <a:pt x="3172188" y="330942"/>
                  </a:lnTo>
                  <a:lnTo>
                    <a:pt x="3129467" y="283291"/>
                  </a:lnTo>
                  <a:lnTo>
                    <a:pt x="3107750" y="218953"/>
                  </a:lnTo>
                  <a:lnTo>
                    <a:pt x="3105035" y="180975"/>
                  </a:lnTo>
                  <a:lnTo>
                    <a:pt x="3107990" y="142849"/>
                  </a:lnTo>
                  <a:lnTo>
                    <a:pt x="3131664" y="77837"/>
                  </a:lnTo>
                  <a:lnTo>
                    <a:pt x="3178171" y="29071"/>
                  </a:lnTo>
                  <a:lnTo>
                    <a:pt x="3241989" y="4028"/>
                  </a:lnTo>
                  <a:lnTo>
                    <a:pt x="3280041" y="888"/>
                  </a:lnTo>
                  <a:close/>
                </a:path>
                <a:path w="4955540" h="459740">
                  <a:moveTo>
                    <a:pt x="1978545" y="888"/>
                  </a:moveTo>
                  <a:lnTo>
                    <a:pt x="2006765" y="2412"/>
                  </a:lnTo>
                  <a:lnTo>
                    <a:pt x="2031996" y="6985"/>
                  </a:lnTo>
                  <a:lnTo>
                    <a:pt x="2054251" y="14605"/>
                  </a:lnTo>
                  <a:lnTo>
                    <a:pt x="2073541" y="25273"/>
                  </a:lnTo>
                  <a:lnTo>
                    <a:pt x="2048395" y="75946"/>
                  </a:lnTo>
                  <a:lnTo>
                    <a:pt x="2036558" y="66964"/>
                  </a:lnTo>
                  <a:lnTo>
                    <a:pt x="2021614" y="60578"/>
                  </a:lnTo>
                  <a:lnTo>
                    <a:pt x="2003550" y="56765"/>
                  </a:lnTo>
                  <a:lnTo>
                    <a:pt x="1982355" y="55499"/>
                  </a:lnTo>
                  <a:lnTo>
                    <a:pt x="1961710" y="57761"/>
                  </a:lnTo>
                  <a:lnTo>
                    <a:pt x="1926277" y="75858"/>
                  </a:lnTo>
                  <a:lnTo>
                    <a:pt x="1899468" y="110984"/>
                  </a:lnTo>
                  <a:lnTo>
                    <a:pt x="1885665" y="156755"/>
                  </a:lnTo>
                  <a:lnTo>
                    <a:pt x="1883930" y="183261"/>
                  </a:lnTo>
                  <a:lnTo>
                    <a:pt x="1885528" y="209550"/>
                  </a:lnTo>
                  <a:lnTo>
                    <a:pt x="1898343" y="253555"/>
                  </a:lnTo>
                  <a:lnTo>
                    <a:pt x="1923419" y="285513"/>
                  </a:lnTo>
                  <a:lnTo>
                    <a:pt x="1977783" y="303784"/>
                  </a:lnTo>
                  <a:lnTo>
                    <a:pt x="2000909" y="301613"/>
                  </a:lnTo>
                  <a:lnTo>
                    <a:pt x="2021344" y="295084"/>
                  </a:lnTo>
                  <a:lnTo>
                    <a:pt x="2039112" y="284174"/>
                  </a:lnTo>
                  <a:lnTo>
                    <a:pt x="2054237" y="268859"/>
                  </a:lnTo>
                  <a:lnTo>
                    <a:pt x="2082812" y="318515"/>
                  </a:lnTo>
                  <a:lnTo>
                    <a:pt x="2061859" y="335924"/>
                  </a:lnTo>
                  <a:lnTo>
                    <a:pt x="2036537" y="348345"/>
                  </a:lnTo>
                  <a:lnTo>
                    <a:pt x="2006856" y="355788"/>
                  </a:lnTo>
                  <a:lnTo>
                    <a:pt x="1972830" y="358266"/>
                  </a:lnTo>
                  <a:lnTo>
                    <a:pt x="1938657" y="355290"/>
                  </a:lnTo>
                  <a:lnTo>
                    <a:pt x="1882408" y="331477"/>
                  </a:lnTo>
                  <a:lnTo>
                    <a:pt x="1842806" y="284662"/>
                  </a:lnTo>
                  <a:lnTo>
                    <a:pt x="1822804" y="219702"/>
                  </a:lnTo>
                  <a:lnTo>
                    <a:pt x="1820303" y="180721"/>
                  </a:lnTo>
                  <a:lnTo>
                    <a:pt x="1823069" y="143926"/>
                  </a:lnTo>
                  <a:lnTo>
                    <a:pt x="1845271" y="79815"/>
                  </a:lnTo>
                  <a:lnTo>
                    <a:pt x="1888516" y="29928"/>
                  </a:lnTo>
                  <a:lnTo>
                    <a:pt x="1945424" y="4123"/>
                  </a:lnTo>
                  <a:lnTo>
                    <a:pt x="1978545" y="888"/>
                  </a:lnTo>
                  <a:close/>
                </a:path>
                <a:path w="4955540" h="459740">
                  <a:moveTo>
                    <a:pt x="691261" y="888"/>
                  </a:moveTo>
                  <a:lnTo>
                    <a:pt x="719200" y="2293"/>
                  </a:lnTo>
                  <a:lnTo>
                    <a:pt x="743183" y="6508"/>
                  </a:lnTo>
                  <a:lnTo>
                    <a:pt x="763211" y="13533"/>
                  </a:lnTo>
                  <a:lnTo>
                    <a:pt x="779284" y="23367"/>
                  </a:lnTo>
                  <a:lnTo>
                    <a:pt x="760615" y="76200"/>
                  </a:lnTo>
                  <a:lnTo>
                    <a:pt x="744216" y="66105"/>
                  </a:lnTo>
                  <a:lnTo>
                    <a:pt x="727394" y="58880"/>
                  </a:lnTo>
                  <a:lnTo>
                    <a:pt x="710136" y="54536"/>
                  </a:lnTo>
                  <a:lnTo>
                    <a:pt x="692429" y="53086"/>
                  </a:lnTo>
                  <a:lnTo>
                    <a:pt x="682414" y="53778"/>
                  </a:lnTo>
                  <a:lnTo>
                    <a:pt x="650768" y="77152"/>
                  </a:lnTo>
                  <a:lnTo>
                    <a:pt x="647852" y="93472"/>
                  </a:lnTo>
                  <a:lnTo>
                    <a:pt x="651965" y="108473"/>
                  </a:lnTo>
                  <a:lnTo>
                    <a:pt x="664303" y="123761"/>
                  </a:lnTo>
                  <a:lnTo>
                    <a:pt x="684869" y="139334"/>
                  </a:lnTo>
                  <a:lnTo>
                    <a:pt x="713663" y="155193"/>
                  </a:lnTo>
                  <a:lnTo>
                    <a:pt x="729782" y="163504"/>
                  </a:lnTo>
                  <a:lnTo>
                    <a:pt x="743507" y="171481"/>
                  </a:lnTo>
                  <a:lnTo>
                    <a:pt x="777205" y="201930"/>
                  </a:lnTo>
                  <a:lnTo>
                    <a:pt x="793032" y="239823"/>
                  </a:lnTo>
                  <a:lnTo>
                    <a:pt x="795032" y="262127"/>
                  </a:lnTo>
                  <a:lnTo>
                    <a:pt x="792961" y="282156"/>
                  </a:lnTo>
                  <a:lnTo>
                    <a:pt x="776387" y="316688"/>
                  </a:lnTo>
                  <a:lnTo>
                    <a:pt x="743908" y="343050"/>
                  </a:lnTo>
                  <a:lnTo>
                    <a:pt x="699515" y="356576"/>
                  </a:lnTo>
                  <a:lnTo>
                    <a:pt x="673087" y="358266"/>
                  </a:lnTo>
                  <a:lnTo>
                    <a:pt x="649501" y="356717"/>
                  </a:lnTo>
                  <a:lnTo>
                    <a:pt x="627092" y="352059"/>
                  </a:lnTo>
                  <a:lnTo>
                    <a:pt x="605862" y="344283"/>
                  </a:lnTo>
                  <a:lnTo>
                    <a:pt x="585812" y="333375"/>
                  </a:lnTo>
                  <a:lnTo>
                    <a:pt x="608457" y="278384"/>
                  </a:lnTo>
                  <a:lnTo>
                    <a:pt x="626547" y="289532"/>
                  </a:lnTo>
                  <a:lnTo>
                    <a:pt x="644490" y="297465"/>
                  </a:lnTo>
                  <a:lnTo>
                    <a:pt x="662285" y="302208"/>
                  </a:lnTo>
                  <a:lnTo>
                    <a:pt x="679932" y="303784"/>
                  </a:lnTo>
                  <a:lnTo>
                    <a:pt x="703566" y="301426"/>
                  </a:lnTo>
                  <a:lnTo>
                    <a:pt x="720445" y="294354"/>
                  </a:lnTo>
                  <a:lnTo>
                    <a:pt x="730571" y="282567"/>
                  </a:lnTo>
                  <a:lnTo>
                    <a:pt x="733945" y="266064"/>
                  </a:lnTo>
                  <a:lnTo>
                    <a:pt x="733150" y="257323"/>
                  </a:lnTo>
                  <a:lnTo>
                    <a:pt x="713159" y="224095"/>
                  </a:lnTo>
                  <a:lnTo>
                    <a:pt x="668731" y="196341"/>
                  </a:lnTo>
                  <a:lnTo>
                    <a:pt x="650476" y="186864"/>
                  </a:lnTo>
                  <a:lnTo>
                    <a:pt x="635466" y="178244"/>
                  </a:lnTo>
                  <a:lnTo>
                    <a:pt x="602973" y="149526"/>
                  </a:lnTo>
                  <a:lnTo>
                    <a:pt x="586988" y="104378"/>
                  </a:lnTo>
                  <a:lnTo>
                    <a:pt x="586524" y="93852"/>
                  </a:lnTo>
                  <a:lnTo>
                    <a:pt x="588358" y="74685"/>
                  </a:lnTo>
                  <a:lnTo>
                    <a:pt x="615886" y="27304"/>
                  </a:lnTo>
                  <a:lnTo>
                    <a:pt x="649416" y="7524"/>
                  </a:lnTo>
                  <a:lnTo>
                    <a:pt x="669298" y="2551"/>
                  </a:lnTo>
                  <a:lnTo>
                    <a:pt x="691261" y="888"/>
                  </a:lnTo>
                  <a:close/>
                </a:path>
                <a:path w="4955540" h="459740">
                  <a:moveTo>
                    <a:pt x="4955044" y="0"/>
                  </a:moveTo>
                  <a:lnTo>
                    <a:pt x="4955044" y="32512"/>
                  </a:lnTo>
                  <a:lnTo>
                    <a:pt x="4934561" y="68822"/>
                  </a:lnTo>
                  <a:lnTo>
                    <a:pt x="4919960" y="112394"/>
                  </a:lnTo>
                  <a:lnTo>
                    <a:pt x="4911217" y="163206"/>
                  </a:lnTo>
                  <a:lnTo>
                    <a:pt x="4908308" y="221234"/>
                  </a:lnTo>
                  <a:lnTo>
                    <a:pt x="4911217" y="288667"/>
                  </a:lnTo>
                  <a:lnTo>
                    <a:pt x="4919960" y="344265"/>
                  </a:lnTo>
                  <a:lnTo>
                    <a:pt x="4934561" y="388004"/>
                  </a:lnTo>
                  <a:lnTo>
                    <a:pt x="4955044" y="419862"/>
                  </a:lnTo>
                  <a:lnTo>
                    <a:pt x="4955044" y="459739"/>
                  </a:lnTo>
                  <a:lnTo>
                    <a:pt x="4905879" y="415861"/>
                  </a:lnTo>
                  <a:lnTo>
                    <a:pt x="4869954" y="359790"/>
                  </a:lnTo>
                  <a:lnTo>
                    <a:pt x="4847951" y="293893"/>
                  </a:lnTo>
                  <a:lnTo>
                    <a:pt x="4840617" y="220852"/>
                  </a:lnTo>
                  <a:lnTo>
                    <a:pt x="4842669" y="188015"/>
                  </a:lnTo>
                  <a:lnTo>
                    <a:pt x="4859155" y="122483"/>
                  </a:lnTo>
                  <a:lnTo>
                    <a:pt x="4891090" y="59614"/>
                  </a:lnTo>
                  <a:lnTo>
                    <a:pt x="4931805" y="14743"/>
                  </a:lnTo>
                  <a:lnTo>
                    <a:pt x="4955044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554090" y="754633"/>
            <a:ext cx="795020" cy="461645"/>
            <a:chOff x="5554090" y="754633"/>
            <a:chExt cx="795020" cy="461645"/>
          </a:xfrm>
        </p:grpSpPr>
        <p:sp>
          <p:nvSpPr>
            <p:cNvPr id="9" name="object 9"/>
            <p:cNvSpPr/>
            <p:nvPr/>
          </p:nvSpPr>
          <p:spPr>
            <a:xfrm>
              <a:off x="5554979" y="756411"/>
              <a:ext cx="645414" cy="35737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97574" y="813434"/>
              <a:ext cx="101853" cy="1005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54979" y="756411"/>
              <a:ext cx="645795" cy="357505"/>
            </a:xfrm>
            <a:custGeom>
              <a:avLst/>
              <a:gdLst/>
              <a:ahLst/>
              <a:cxnLst/>
              <a:rect l="l" t="t" r="r" b="b"/>
              <a:pathLst>
                <a:path w="645795" h="357505">
                  <a:moveTo>
                    <a:pt x="0" y="5968"/>
                  </a:moveTo>
                  <a:lnTo>
                    <a:pt x="61341" y="5968"/>
                  </a:lnTo>
                  <a:lnTo>
                    <a:pt x="61341" y="351536"/>
                  </a:lnTo>
                  <a:lnTo>
                    <a:pt x="0" y="351536"/>
                  </a:lnTo>
                  <a:lnTo>
                    <a:pt x="0" y="5968"/>
                  </a:lnTo>
                  <a:close/>
                </a:path>
                <a:path w="645795" h="357505">
                  <a:moveTo>
                    <a:pt x="475615" y="2412"/>
                  </a:moveTo>
                  <a:lnTo>
                    <a:pt x="533195" y="8772"/>
                  </a:lnTo>
                  <a:lnTo>
                    <a:pt x="574309" y="27860"/>
                  </a:lnTo>
                  <a:lnTo>
                    <a:pt x="598969" y="59688"/>
                  </a:lnTo>
                  <a:lnTo>
                    <a:pt x="607187" y="104266"/>
                  </a:lnTo>
                  <a:lnTo>
                    <a:pt x="606045" y="119268"/>
                  </a:lnTo>
                  <a:lnTo>
                    <a:pt x="589026" y="160274"/>
                  </a:lnTo>
                  <a:lnTo>
                    <a:pt x="556521" y="189741"/>
                  </a:lnTo>
                  <a:lnTo>
                    <a:pt x="543306" y="195834"/>
                  </a:lnTo>
                  <a:lnTo>
                    <a:pt x="645414" y="351536"/>
                  </a:lnTo>
                  <a:lnTo>
                    <a:pt x="574675" y="351536"/>
                  </a:lnTo>
                  <a:lnTo>
                    <a:pt x="482473" y="208787"/>
                  </a:lnTo>
                  <a:lnTo>
                    <a:pt x="474809" y="208619"/>
                  </a:lnTo>
                  <a:lnTo>
                    <a:pt x="465740" y="208295"/>
                  </a:lnTo>
                  <a:lnTo>
                    <a:pt x="455291" y="207805"/>
                  </a:lnTo>
                  <a:lnTo>
                    <a:pt x="443484" y="207137"/>
                  </a:lnTo>
                  <a:lnTo>
                    <a:pt x="443484" y="351536"/>
                  </a:lnTo>
                  <a:lnTo>
                    <a:pt x="379857" y="351536"/>
                  </a:lnTo>
                  <a:lnTo>
                    <a:pt x="379857" y="5968"/>
                  </a:lnTo>
                  <a:lnTo>
                    <a:pt x="384266" y="5851"/>
                  </a:lnTo>
                  <a:lnTo>
                    <a:pt x="392366" y="5508"/>
                  </a:lnTo>
                  <a:lnTo>
                    <a:pt x="404181" y="4951"/>
                  </a:lnTo>
                  <a:lnTo>
                    <a:pt x="419735" y="4190"/>
                  </a:lnTo>
                  <a:lnTo>
                    <a:pt x="436217" y="3430"/>
                  </a:lnTo>
                  <a:lnTo>
                    <a:pt x="451008" y="2873"/>
                  </a:lnTo>
                  <a:lnTo>
                    <a:pt x="464133" y="2530"/>
                  </a:lnTo>
                  <a:lnTo>
                    <a:pt x="475615" y="2412"/>
                  </a:lnTo>
                  <a:close/>
                </a:path>
                <a:path w="645795" h="357505">
                  <a:moveTo>
                    <a:pt x="221869" y="0"/>
                  </a:moveTo>
                  <a:lnTo>
                    <a:pt x="249801" y="1404"/>
                  </a:lnTo>
                  <a:lnTo>
                    <a:pt x="273780" y="5619"/>
                  </a:lnTo>
                  <a:lnTo>
                    <a:pt x="293806" y="12644"/>
                  </a:lnTo>
                  <a:lnTo>
                    <a:pt x="309880" y="22478"/>
                  </a:lnTo>
                  <a:lnTo>
                    <a:pt x="291211" y="75311"/>
                  </a:lnTo>
                  <a:lnTo>
                    <a:pt x="274804" y="65216"/>
                  </a:lnTo>
                  <a:lnTo>
                    <a:pt x="257968" y="57991"/>
                  </a:lnTo>
                  <a:lnTo>
                    <a:pt x="240704" y="53647"/>
                  </a:lnTo>
                  <a:lnTo>
                    <a:pt x="223012" y="52197"/>
                  </a:lnTo>
                  <a:lnTo>
                    <a:pt x="213014" y="52889"/>
                  </a:lnTo>
                  <a:lnTo>
                    <a:pt x="181371" y="76263"/>
                  </a:lnTo>
                  <a:lnTo>
                    <a:pt x="178435" y="92583"/>
                  </a:lnTo>
                  <a:lnTo>
                    <a:pt x="182552" y="107584"/>
                  </a:lnTo>
                  <a:lnTo>
                    <a:pt x="194897" y="122872"/>
                  </a:lnTo>
                  <a:lnTo>
                    <a:pt x="215457" y="138445"/>
                  </a:lnTo>
                  <a:lnTo>
                    <a:pt x="244221" y="154304"/>
                  </a:lnTo>
                  <a:lnTo>
                    <a:pt x="260361" y="162615"/>
                  </a:lnTo>
                  <a:lnTo>
                    <a:pt x="274097" y="170592"/>
                  </a:lnTo>
                  <a:lnTo>
                    <a:pt x="307800" y="201041"/>
                  </a:lnTo>
                  <a:lnTo>
                    <a:pt x="323627" y="238934"/>
                  </a:lnTo>
                  <a:lnTo>
                    <a:pt x="325628" y="261238"/>
                  </a:lnTo>
                  <a:lnTo>
                    <a:pt x="323556" y="281267"/>
                  </a:lnTo>
                  <a:lnTo>
                    <a:pt x="306982" y="315799"/>
                  </a:lnTo>
                  <a:lnTo>
                    <a:pt x="274502" y="342161"/>
                  </a:lnTo>
                  <a:lnTo>
                    <a:pt x="230116" y="355687"/>
                  </a:lnTo>
                  <a:lnTo>
                    <a:pt x="203708" y="357377"/>
                  </a:lnTo>
                  <a:lnTo>
                    <a:pt x="180109" y="355828"/>
                  </a:lnTo>
                  <a:lnTo>
                    <a:pt x="157702" y="351170"/>
                  </a:lnTo>
                  <a:lnTo>
                    <a:pt x="136485" y="343394"/>
                  </a:lnTo>
                  <a:lnTo>
                    <a:pt x="116459" y="332486"/>
                  </a:lnTo>
                  <a:lnTo>
                    <a:pt x="139065" y="277495"/>
                  </a:lnTo>
                  <a:lnTo>
                    <a:pt x="157166" y="288643"/>
                  </a:lnTo>
                  <a:lnTo>
                    <a:pt x="175101" y="296576"/>
                  </a:lnTo>
                  <a:lnTo>
                    <a:pt x="192893" y="301319"/>
                  </a:lnTo>
                  <a:lnTo>
                    <a:pt x="210566" y="302895"/>
                  </a:lnTo>
                  <a:lnTo>
                    <a:pt x="234162" y="300537"/>
                  </a:lnTo>
                  <a:lnTo>
                    <a:pt x="251031" y="293465"/>
                  </a:lnTo>
                  <a:lnTo>
                    <a:pt x="261161" y="281678"/>
                  </a:lnTo>
                  <a:lnTo>
                    <a:pt x="264541" y="265175"/>
                  </a:lnTo>
                  <a:lnTo>
                    <a:pt x="263753" y="256434"/>
                  </a:lnTo>
                  <a:lnTo>
                    <a:pt x="243768" y="223206"/>
                  </a:lnTo>
                  <a:lnTo>
                    <a:pt x="199262" y="195452"/>
                  </a:lnTo>
                  <a:lnTo>
                    <a:pt x="181050" y="185975"/>
                  </a:lnTo>
                  <a:lnTo>
                    <a:pt x="166052" y="177355"/>
                  </a:lnTo>
                  <a:lnTo>
                    <a:pt x="133572" y="148637"/>
                  </a:lnTo>
                  <a:lnTo>
                    <a:pt x="117568" y="103489"/>
                  </a:lnTo>
                  <a:lnTo>
                    <a:pt x="117094" y="92963"/>
                  </a:lnTo>
                  <a:lnTo>
                    <a:pt x="118927" y="73796"/>
                  </a:lnTo>
                  <a:lnTo>
                    <a:pt x="146431" y="26415"/>
                  </a:lnTo>
                  <a:lnTo>
                    <a:pt x="180006" y="6635"/>
                  </a:lnTo>
                  <a:lnTo>
                    <a:pt x="199884" y="1662"/>
                  </a:lnTo>
                  <a:lnTo>
                    <a:pt x="221869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33540" y="755522"/>
              <a:ext cx="114426" cy="4597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33540" y="755522"/>
              <a:ext cx="114935" cy="459740"/>
            </a:xfrm>
            <a:custGeom>
              <a:avLst/>
              <a:gdLst/>
              <a:ahLst/>
              <a:cxnLst/>
              <a:rect l="l" t="t" r="r" b="b"/>
              <a:pathLst>
                <a:path w="114935" h="459740">
                  <a:moveTo>
                    <a:pt x="0" y="0"/>
                  </a:moveTo>
                  <a:lnTo>
                    <a:pt x="44513" y="34607"/>
                  </a:lnTo>
                  <a:lnTo>
                    <a:pt x="81407" y="89788"/>
                  </a:lnTo>
                  <a:lnTo>
                    <a:pt x="106156" y="155225"/>
                  </a:lnTo>
                  <a:lnTo>
                    <a:pt x="114426" y="220852"/>
                  </a:lnTo>
                  <a:lnTo>
                    <a:pt x="112591" y="258260"/>
                  </a:lnTo>
                  <a:lnTo>
                    <a:pt x="97871" y="327741"/>
                  </a:lnTo>
                  <a:lnTo>
                    <a:pt x="68651" y="389338"/>
                  </a:lnTo>
                  <a:lnTo>
                    <a:pt x="26169" y="439336"/>
                  </a:lnTo>
                  <a:lnTo>
                    <a:pt x="0" y="459739"/>
                  </a:lnTo>
                  <a:lnTo>
                    <a:pt x="0" y="419862"/>
                  </a:lnTo>
                  <a:lnTo>
                    <a:pt x="20429" y="388004"/>
                  </a:lnTo>
                  <a:lnTo>
                    <a:pt x="35036" y="344265"/>
                  </a:lnTo>
                  <a:lnTo>
                    <a:pt x="43809" y="288667"/>
                  </a:lnTo>
                  <a:lnTo>
                    <a:pt x="46736" y="221234"/>
                  </a:lnTo>
                  <a:lnTo>
                    <a:pt x="43809" y="163206"/>
                  </a:lnTo>
                  <a:lnTo>
                    <a:pt x="35036" y="112394"/>
                  </a:lnTo>
                  <a:lnTo>
                    <a:pt x="20429" y="68822"/>
                  </a:lnTo>
                  <a:lnTo>
                    <a:pt x="0" y="3251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40" y="1851482"/>
            <a:ext cx="6982459" cy="28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The in service registers keeps tracks of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interrupt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inputs are currently being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serviced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86385" marR="159385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r>
              <a:rPr dirty="0"/>
              <a:t>	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each input that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currently being serviced the  corresponding bit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in the in service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5">
                <a:latin typeface="Times New Roman"/>
                <a:cs typeface="Times New Roman"/>
              </a:rPr>
              <a:t>register</a:t>
            </a:r>
            <a:r>
              <a:rPr sz="2400" spc="-15" smtClean="0">
                <a:latin typeface="Times New Roman"/>
                <a:cs typeface="Times New Roman"/>
              </a:rPr>
              <a:t>.</a:t>
            </a:r>
            <a:endParaRPr lang="en-US" sz="2400" spc="-15" dirty="0" smtClean="0">
              <a:latin typeface="Times New Roman"/>
              <a:cs typeface="Times New Roman"/>
            </a:endParaRPr>
          </a:p>
          <a:p>
            <a:pPr marL="286385" marR="159385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Each of these 3-reg can be read as status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75205"/>
            <a:ext cx="72618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1750" spc="330" dirty="0">
                <a:solidFill>
                  <a:srgbClr val="B03E9A"/>
                </a:solidFill>
                <a:latin typeface="Arial"/>
                <a:cs typeface="Arial"/>
              </a:rPr>
              <a:t> </a:t>
            </a:r>
            <a:r>
              <a:rPr dirty="0"/>
              <a:t>This logic block </a:t>
            </a:r>
            <a:r>
              <a:rPr spc="-5" dirty="0"/>
              <a:t>determines </a:t>
            </a:r>
            <a:r>
              <a:rPr dirty="0"/>
              <a:t>the </a:t>
            </a:r>
            <a:r>
              <a:rPr spc="-5" dirty="0"/>
              <a:t>priorities </a:t>
            </a:r>
            <a:r>
              <a:rPr dirty="0"/>
              <a:t>of the </a:t>
            </a:r>
            <a:r>
              <a:rPr spc="-5" dirty="0"/>
              <a:t>set </a:t>
            </a:r>
            <a:r>
              <a:rPr dirty="0"/>
              <a:t>in</a:t>
            </a:r>
            <a:r>
              <a:rPr spc="-335" dirty="0"/>
              <a:t> </a:t>
            </a:r>
            <a:r>
              <a:rPr spc="-170" dirty="0"/>
              <a:t>the  </a:t>
            </a:r>
            <a:r>
              <a:rPr dirty="0"/>
              <a:t>IRR.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583307"/>
            <a:ext cx="6537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tabLst>
                <a:tab pos="4777105" algn="l"/>
              </a:tabLst>
            </a:pPr>
            <a:r>
              <a:rPr sz="1750" spc="330" dirty="0">
                <a:solidFill>
                  <a:srgbClr val="B03E9A"/>
                </a:solidFill>
                <a:latin typeface="Arial"/>
                <a:cs typeface="Arial"/>
              </a:rPr>
              <a:t> </a:t>
            </a:r>
            <a:r>
              <a:rPr sz="2400" dirty="0">
                <a:latin typeface="Times New Roman"/>
                <a:cs typeface="Times New Roman"/>
              </a:rPr>
              <a:t>The highest priority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selected and strobed into</a:t>
            </a:r>
            <a:r>
              <a:rPr sz="2400" spc="-409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the  </a:t>
            </a:r>
            <a:r>
              <a:rPr sz="2400" dirty="0">
                <a:latin typeface="Times New Roman"/>
                <a:cs typeface="Times New Roman"/>
              </a:rPr>
              <a:t>corresponding bit of 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ISR</a:t>
            </a:r>
            <a:r>
              <a:rPr sz="2400" dirty="0">
                <a:latin typeface="Times New Roman"/>
                <a:cs typeface="Times New Roman"/>
              </a:rPr>
              <a:t> during	pulse.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703" y="831596"/>
            <a:ext cx="7114540" cy="359410"/>
            <a:chOff x="444703" y="831596"/>
            <a:chExt cx="7114540" cy="359410"/>
          </a:xfrm>
        </p:grpSpPr>
        <p:sp>
          <p:nvSpPr>
            <p:cNvPr id="3" name="object 3"/>
            <p:cNvSpPr/>
            <p:nvPr/>
          </p:nvSpPr>
          <p:spPr>
            <a:xfrm>
              <a:off x="445592" y="832485"/>
              <a:ext cx="7112685" cy="3575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01924" y="1017016"/>
              <a:ext cx="109981" cy="1182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3246" y="939546"/>
              <a:ext cx="5751195" cy="127635"/>
            </a:xfrm>
            <a:custGeom>
              <a:avLst/>
              <a:gdLst/>
              <a:ahLst/>
              <a:cxnLst/>
              <a:rect l="l" t="t" r="r" b="b"/>
              <a:pathLst>
                <a:path w="5751195" h="127634">
                  <a:moveTo>
                    <a:pt x="5709284" y="0"/>
                  </a:moveTo>
                  <a:lnTo>
                    <a:pt x="5667756" y="127634"/>
                  </a:lnTo>
                  <a:lnTo>
                    <a:pt x="5750813" y="127634"/>
                  </a:lnTo>
                  <a:lnTo>
                    <a:pt x="5709284" y="0"/>
                  </a:lnTo>
                  <a:close/>
                </a:path>
                <a:path w="5751195" h="127634">
                  <a:moveTo>
                    <a:pt x="5107305" y="0"/>
                  </a:moveTo>
                  <a:lnTo>
                    <a:pt x="5065776" y="127634"/>
                  </a:lnTo>
                  <a:lnTo>
                    <a:pt x="5148833" y="127634"/>
                  </a:lnTo>
                  <a:lnTo>
                    <a:pt x="5107305" y="0"/>
                  </a:lnTo>
                  <a:close/>
                </a:path>
                <a:path w="5751195" h="127634">
                  <a:moveTo>
                    <a:pt x="890397" y="0"/>
                  </a:moveTo>
                  <a:lnTo>
                    <a:pt x="848867" y="127634"/>
                  </a:lnTo>
                  <a:lnTo>
                    <a:pt x="931926" y="127634"/>
                  </a:lnTo>
                  <a:lnTo>
                    <a:pt x="890397" y="0"/>
                  </a:lnTo>
                  <a:close/>
                </a:path>
                <a:path w="5751195" h="127634">
                  <a:moveTo>
                    <a:pt x="41516" y="0"/>
                  </a:moveTo>
                  <a:lnTo>
                    <a:pt x="0" y="127634"/>
                  </a:lnTo>
                  <a:lnTo>
                    <a:pt x="83032" y="127634"/>
                  </a:lnTo>
                  <a:lnTo>
                    <a:pt x="41516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5625" y="889762"/>
              <a:ext cx="106934" cy="1153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73452" y="889762"/>
              <a:ext cx="132841" cy="2407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55458" y="889635"/>
              <a:ext cx="101854" cy="1005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92646" y="889635"/>
              <a:ext cx="101853" cy="1005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58107" y="889635"/>
              <a:ext cx="101853" cy="10058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99096" y="886079"/>
              <a:ext cx="176403" cy="25031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21884" y="886079"/>
              <a:ext cx="176402" cy="25031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01924" y="885825"/>
              <a:ext cx="91312" cy="866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5592" y="832485"/>
              <a:ext cx="7113270" cy="357505"/>
            </a:xfrm>
            <a:custGeom>
              <a:avLst/>
              <a:gdLst/>
              <a:ahLst/>
              <a:cxnLst/>
              <a:rect l="l" t="t" r="r" b="b"/>
              <a:pathLst>
                <a:path w="7113270" h="357505">
                  <a:moveTo>
                    <a:pt x="6209842" y="6095"/>
                  </a:moveTo>
                  <a:lnTo>
                    <a:pt x="6495973" y="6095"/>
                  </a:lnTo>
                  <a:lnTo>
                    <a:pt x="6495973" y="60578"/>
                  </a:lnTo>
                  <a:lnTo>
                    <a:pt x="6381165" y="60578"/>
                  </a:lnTo>
                  <a:lnTo>
                    <a:pt x="6381165" y="351663"/>
                  </a:lnTo>
                  <a:lnTo>
                    <a:pt x="6319824" y="351663"/>
                  </a:lnTo>
                  <a:lnTo>
                    <a:pt x="6319824" y="60578"/>
                  </a:lnTo>
                  <a:lnTo>
                    <a:pt x="6209842" y="60578"/>
                  </a:lnTo>
                  <a:lnTo>
                    <a:pt x="6209842" y="6095"/>
                  </a:lnTo>
                  <a:close/>
                </a:path>
                <a:path w="7113270" h="357505">
                  <a:moveTo>
                    <a:pt x="4808778" y="6095"/>
                  </a:moveTo>
                  <a:lnTo>
                    <a:pt x="4841290" y="6095"/>
                  </a:lnTo>
                  <a:lnTo>
                    <a:pt x="4916093" y="238887"/>
                  </a:lnTo>
                  <a:lnTo>
                    <a:pt x="4989245" y="6095"/>
                  </a:lnTo>
                  <a:lnTo>
                    <a:pt x="5021503" y="6095"/>
                  </a:lnTo>
                  <a:lnTo>
                    <a:pt x="5092115" y="351916"/>
                  </a:lnTo>
                  <a:lnTo>
                    <a:pt x="5032679" y="351916"/>
                  </a:lnTo>
                  <a:lnTo>
                    <a:pt x="4996738" y="165480"/>
                  </a:lnTo>
                  <a:lnTo>
                    <a:pt x="4927269" y="356362"/>
                  </a:lnTo>
                  <a:lnTo>
                    <a:pt x="4905298" y="356362"/>
                  </a:lnTo>
                  <a:lnTo>
                    <a:pt x="4835702" y="165480"/>
                  </a:lnTo>
                  <a:lnTo>
                    <a:pt x="4798364" y="351916"/>
                  </a:lnTo>
                  <a:lnTo>
                    <a:pt x="4739182" y="351916"/>
                  </a:lnTo>
                  <a:lnTo>
                    <a:pt x="4808778" y="6095"/>
                  </a:lnTo>
                  <a:close/>
                </a:path>
                <a:path w="7113270" h="357505">
                  <a:moveTo>
                    <a:pt x="3375456" y="6095"/>
                  </a:moveTo>
                  <a:lnTo>
                    <a:pt x="3595928" y="6095"/>
                  </a:lnTo>
                  <a:lnTo>
                    <a:pt x="3595928" y="60578"/>
                  </a:lnTo>
                  <a:lnTo>
                    <a:pt x="3436797" y="60578"/>
                  </a:lnTo>
                  <a:lnTo>
                    <a:pt x="3436797" y="141477"/>
                  </a:lnTo>
                  <a:lnTo>
                    <a:pt x="3550970" y="141477"/>
                  </a:lnTo>
                  <a:lnTo>
                    <a:pt x="3550970" y="193675"/>
                  </a:lnTo>
                  <a:lnTo>
                    <a:pt x="3436797" y="193675"/>
                  </a:lnTo>
                  <a:lnTo>
                    <a:pt x="3436797" y="297179"/>
                  </a:lnTo>
                  <a:lnTo>
                    <a:pt x="3593388" y="297179"/>
                  </a:lnTo>
                  <a:lnTo>
                    <a:pt x="3593388" y="351663"/>
                  </a:lnTo>
                  <a:lnTo>
                    <a:pt x="3375456" y="351663"/>
                  </a:lnTo>
                  <a:lnTo>
                    <a:pt x="3375456" y="6095"/>
                  </a:lnTo>
                  <a:close/>
                </a:path>
                <a:path w="7113270" h="357505">
                  <a:moveTo>
                    <a:pt x="3093516" y="6095"/>
                  </a:moveTo>
                  <a:lnTo>
                    <a:pt x="3321100" y="6095"/>
                  </a:lnTo>
                  <a:lnTo>
                    <a:pt x="3321100" y="60578"/>
                  </a:lnTo>
                  <a:lnTo>
                    <a:pt x="3154857" y="60578"/>
                  </a:lnTo>
                  <a:lnTo>
                    <a:pt x="3154857" y="141477"/>
                  </a:lnTo>
                  <a:lnTo>
                    <a:pt x="3276269" y="141477"/>
                  </a:lnTo>
                  <a:lnTo>
                    <a:pt x="3276269" y="193675"/>
                  </a:lnTo>
                  <a:lnTo>
                    <a:pt x="3154857" y="193675"/>
                  </a:lnTo>
                  <a:lnTo>
                    <a:pt x="3154857" y="351663"/>
                  </a:lnTo>
                  <a:lnTo>
                    <a:pt x="3093516" y="351663"/>
                  </a:lnTo>
                  <a:lnTo>
                    <a:pt x="3093516" y="6095"/>
                  </a:lnTo>
                  <a:close/>
                </a:path>
                <a:path w="7113270" h="357505">
                  <a:moveTo>
                    <a:pt x="2811576" y="6095"/>
                  </a:moveTo>
                  <a:lnTo>
                    <a:pt x="3039160" y="6095"/>
                  </a:lnTo>
                  <a:lnTo>
                    <a:pt x="3039160" y="60578"/>
                  </a:lnTo>
                  <a:lnTo>
                    <a:pt x="2872917" y="60578"/>
                  </a:lnTo>
                  <a:lnTo>
                    <a:pt x="2872917" y="141477"/>
                  </a:lnTo>
                  <a:lnTo>
                    <a:pt x="2994329" y="141477"/>
                  </a:lnTo>
                  <a:lnTo>
                    <a:pt x="2994329" y="193675"/>
                  </a:lnTo>
                  <a:lnTo>
                    <a:pt x="2872917" y="193675"/>
                  </a:lnTo>
                  <a:lnTo>
                    <a:pt x="2872917" y="351663"/>
                  </a:lnTo>
                  <a:lnTo>
                    <a:pt x="2811576" y="351663"/>
                  </a:lnTo>
                  <a:lnTo>
                    <a:pt x="2811576" y="6095"/>
                  </a:lnTo>
                  <a:close/>
                </a:path>
                <a:path w="7113270" h="357505">
                  <a:moveTo>
                    <a:pt x="2483916" y="6095"/>
                  </a:moveTo>
                  <a:lnTo>
                    <a:pt x="2545257" y="6095"/>
                  </a:lnTo>
                  <a:lnTo>
                    <a:pt x="2545257" y="240284"/>
                  </a:lnTo>
                  <a:lnTo>
                    <a:pt x="2546307" y="253547"/>
                  </a:lnTo>
                  <a:lnTo>
                    <a:pt x="2571433" y="293270"/>
                  </a:lnTo>
                  <a:lnTo>
                    <a:pt x="2608884" y="303022"/>
                  </a:lnTo>
                  <a:lnTo>
                    <a:pt x="2624624" y="301952"/>
                  </a:lnTo>
                  <a:lnTo>
                    <a:pt x="2660700" y="286003"/>
                  </a:lnTo>
                  <a:lnTo>
                    <a:pt x="2679242" y="239140"/>
                  </a:lnTo>
                  <a:lnTo>
                    <a:pt x="2679242" y="6095"/>
                  </a:lnTo>
                  <a:lnTo>
                    <a:pt x="2740456" y="6095"/>
                  </a:lnTo>
                  <a:lnTo>
                    <a:pt x="2740456" y="243839"/>
                  </a:lnTo>
                  <a:lnTo>
                    <a:pt x="2738238" y="269059"/>
                  </a:lnTo>
                  <a:lnTo>
                    <a:pt x="2720418" y="310830"/>
                  </a:lnTo>
                  <a:lnTo>
                    <a:pt x="2685384" y="340574"/>
                  </a:lnTo>
                  <a:lnTo>
                    <a:pt x="2637707" y="355623"/>
                  </a:lnTo>
                  <a:lnTo>
                    <a:pt x="2609392" y="357504"/>
                  </a:lnTo>
                  <a:lnTo>
                    <a:pt x="2581010" y="355669"/>
                  </a:lnTo>
                  <a:lnTo>
                    <a:pt x="2534579" y="340949"/>
                  </a:lnTo>
                  <a:lnTo>
                    <a:pt x="2502240" y="311701"/>
                  </a:lnTo>
                  <a:lnTo>
                    <a:pt x="2485944" y="269497"/>
                  </a:lnTo>
                  <a:lnTo>
                    <a:pt x="2483916" y="243586"/>
                  </a:lnTo>
                  <a:lnTo>
                    <a:pt x="2483916" y="6095"/>
                  </a:lnTo>
                  <a:close/>
                </a:path>
                <a:path w="7113270" h="357505">
                  <a:moveTo>
                    <a:pt x="1778304" y="6095"/>
                  </a:moveTo>
                  <a:lnTo>
                    <a:pt x="1998776" y="6095"/>
                  </a:lnTo>
                  <a:lnTo>
                    <a:pt x="1998776" y="60578"/>
                  </a:lnTo>
                  <a:lnTo>
                    <a:pt x="1839645" y="60578"/>
                  </a:lnTo>
                  <a:lnTo>
                    <a:pt x="1839645" y="141477"/>
                  </a:lnTo>
                  <a:lnTo>
                    <a:pt x="1953818" y="141477"/>
                  </a:lnTo>
                  <a:lnTo>
                    <a:pt x="1953818" y="193675"/>
                  </a:lnTo>
                  <a:lnTo>
                    <a:pt x="1839645" y="193675"/>
                  </a:lnTo>
                  <a:lnTo>
                    <a:pt x="1839645" y="297179"/>
                  </a:lnTo>
                  <a:lnTo>
                    <a:pt x="1996236" y="297179"/>
                  </a:lnTo>
                  <a:lnTo>
                    <a:pt x="1996236" y="351663"/>
                  </a:lnTo>
                  <a:lnTo>
                    <a:pt x="1778304" y="351663"/>
                  </a:lnTo>
                  <a:lnTo>
                    <a:pt x="1778304" y="6095"/>
                  </a:lnTo>
                  <a:close/>
                </a:path>
                <a:path w="7113270" h="357505">
                  <a:moveTo>
                    <a:pt x="5201208" y="3682"/>
                  </a:moveTo>
                  <a:lnTo>
                    <a:pt x="5239406" y="5254"/>
                  </a:lnTo>
                  <a:lnTo>
                    <a:pt x="5299274" y="17827"/>
                  </a:lnTo>
                  <a:lnTo>
                    <a:pt x="5337545" y="43164"/>
                  </a:lnTo>
                  <a:lnTo>
                    <a:pt x="5356456" y="82407"/>
                  </a:lnTo>
                  <a:lnTo>
                    <a:pt x="5358815" y="107314"/>
                  </a:lnTo>
                  <a:lnTo>
                    <a:pt x="5353208" y="150108"/>
                  </a:lnTo>
                  <a:lnTo>
                    <a:pt x="5336390" y="183393"/>
                  </a:lnTo>
                  <a:lnTo>
                    <a:pt x="5308368" y="207167"/>
                  </a:lnTo>
                  <a:lnTo>
                    <a:pt x="5269147" y="221432"/>
                  </a:lnTo>
                  <a:lnTo>
                    <a:pt x="5218734" y="226187"/>
                  </a:lnTo>
                  <a:lnTo>
                    <a:pt x="5213067" y="226089"/>
                  </a:lnTo>
                  <a:lnTo>
                    <a:pt x="5206542" y="225790"/>
                  </a:lnTo>
                  <a:lnTo>
                    <a:pt x="5199160" y="225276"/>
                  </a:lnTo>
                  <a:lnTo>
                    <a:pt x="5190921" y="224536"/>
                  </a:lnTo>
                  <a:lnTo>
                    <a:pt x="5190921" y="351663"/>
                  </a:lnTo>
                  <a:lnTo>
                    <a:pt x="5129580" y="351663"/>
                  </a:lnTo>
                  <a:lnTo>
                    <a:pt x="5129580" y="6350"/>
                  </a:lnTo>
                  <a:lnTo>
                    <a:pt x="5157060" y="5183"/>
                  </a:lnTo>
                  <a:lnTo>
                    <a:pt x="5178158" y="4349"/>
                  </a:lnTo>
                  <a:lnTo>
                    <a:pt x="5192874" y="3849"/>
                  </a:lnTo>
                  <a:lnTo>
                    <a:pt x="5201208" y="3682"/>
                  </a:lnTo>
                  <a:close/>
                </a:path>
                <a:path w="7113270" h="357505">
                  <a:moveTo>
                    <a:pt x="1559610" y="3682"/>
                  </a:moveTo>
                  <a:lnTo>
                    <a:pt x="1627254" y="14747"/>
                  </a:lnTo>
                  <a:lnTo>
                    <a:pt x="1679371" y="48005"/>
                  </a:lnTo>
                  <a:lnTo>
                    <a:pt x="1712518" y="99440"/>
                  </a:lnTo>
                  <a:lnTo>
                    <a:pt x="1723567" y="165353"/>
                  </a:lnTo>
                  <a:lnTo>
                    <a:pt x="1718582" y="222281"/>
                  </a:lnTo>
                  <a:lnTo>
                    <a:pt x="1703624" y="268859"/>
                  </a:lnTo>
                  <a:lnTo>
                    <a:pt x="1678689" y="305085"/>
                  </a:lnTo>
                  <a:lnTo>
                    <a:pt x="1643774" y="330962"/>
                  </a:lnTo>
                  <a:lnTo>
                    <a:pt x="1598875" y="346487"/>
                  </a:lnTo>
                  <a:lnTo>
                    <a:pt x="1543989" y="351663"/>
                  </a:lnTo>
                  <a:lnTo>
                    <a:pt x="1467408" y="351663"/>
                  </a:lnTo>
                  <a:lnTo>
                    <a:pt x="1467408" y="6350"/>
                  </a:lnTo>
                  <a:lnTo>
                    <a:pt x="1500674" y="5183"/>
                  </a:lnTo>
                  <a:lnTo>
                    <a:pt x="1527130" y="4349"/>
                  </a:lnTo>
                  <a:lnTo>
                    <a:pt x="1546775" y="3849"/>
                  </a:lnTo>
                  <a:lnTo>
                    <a:pt x="1559610" y="3682"/>
                  </a:lnTo>
                  <a:close/>
                </a:path>
                <a:path w="7113270" h="357505">
                  <a:moveTo>
                    <a:pt x="2293670" y="3048"/>
                  </a:moveTo>
                  <a:lnTo>
                    <a:pt x="2341629" y="8778"/>
                  </a:lnTo>
                  <a:lnTo>
                    <a:pt x="2377871" y="26035"/>
                  </a:lnTo>
                  <a:lnTo>
                    <a:pt x="2406214" y="71594"/>
                  </a:lnTo>
                  <a:lnTo>
                    <a:pt x="2408097" y="91693"/>
                  </a:lnTo>
                  <a:lnTo>
                    <a:pt x="2405385" y="111174"/>
                  </a:lnTo>
                  <a:lnTo>
                    <a:pt x="2397255" y="128476"/>
                  </a:lnTo>
                  <a:lnTo>
                    <a:pt x="2383719" y="143611"/>
                  </a:lnTo>
                  <a:lnTo>
                    <a:pt x="2364790" y="156590"/>
                  </a:lnTo>
                  <a:lnTo>
                    <a:pt x="2392960" y="170787"/>
                  </a:lnTo>
                  <a:lnTo>
                    <a:pt x="2413082" y="190912"/>
                  </a:lnTo>
                  <a:lnTo>
                    <a:pt x="2425155" y="216991"/>
                  </a:lnTo>
                  <a:lnTo>
                    <a:pt x="2429179" y="249047"/>
                  </a:lnTo>
                  <a:lnTo>
                    <a:pt x="2426943" y="271434"/>
                  </a:lnTo>
                  <a:lnTo>
                    <a:pt x="2409088" y="308875"/>
                  </a:lnTo>
                  <a:lnTo>
                    <a:pt x="2374393" y="336071"/>
                  </a:lnTo>
                  <a:lnTo>
                    <a:pt x="2328431" y="349926"/>
                  </a:lnTo>
                  <a:lnTo>
                    <a:pt x="2301544" y="351663"/>
                  </a:lnTo>
                  <a:lnTo>
                    <a:pt x="2195880" y="351663"/>
                  </a:lnTo>
                  <a:lnTo>
                    <a:pt x="2195880" y="6350"/>
                  </a:lnTo>
                  <a:lnTo>
                    <a:pt x="2228144" y="4869"/>
                  </a:lnTo>
                  <a:lnTo>
                    <a:pt x="2255205" y="3841"/>
                  </a:lnTo>
                  <a:lnTo>
                    <a:pt x="2277051" y="3242"/>
                  </a:lnTo>
                  <a:lnTo>
                    <a:pt x="2293670" y="3048"/>
                  </a:lnTo>
                  <a:close/>
                </a:path>
                <a:path w="7113270" h="357505">
                  <a:moveTo>
                    <a:pt x="6942886" y="2539"/>
                  </a:moveTo>
                  <a:lnTo>
                    <a:pt x="7000467" y="8899"/>
                  </a:lnTo>
                  <a:lnTo>
                    <a:pt x="7041581" y="27987"/>
                  </a:lnTo>
                  <a:lnTo>
                    <a:pt x="7066241" y="59815"/>
                  </a:lnTo>
                  <a:lnTo>
                    <a:pt x="7074458" y="104393"/>
                  </a:lnTo>
                  <a:lnTo>
                    <a:pt x="7073317" y="119395"/>
                  </a:lnTo>
                  <a:lnTo>
                    <a:pt x="7056297" y="160400"/>
                  </a:lnTo>
                  <a:lnTo>
                    <a:pt x="7023793" y="189868"/>
                  </a:lnTo>
                  <a:lnTo>
                    <a:pt x="7010577" y="195961"/>
                  </a:lnTo>
                  <a:lnTo>
                    <a:pt x="7112685" y="351663"/>
                  </a:lnTo>
                  <a:lnTo>
                    <a:pt x="7041946" y="351663"/>
                  </a:lnTo>
                  <a:lnTo>
                    <a:pt x="6949744" y="208914"/>
                  </a:lnTo>
                  <a:lnTo>
                    <a:pt x="6942081" y="208746"/>
                  </a:lnTo>
                  <a:lnTo>
                    <a:pt x="6933012" y="208422"/>
                  </a:lnTo>
                  <a:lnTo>
                    <a:pt x="6922562" y="207932"/>
                  </a:lnTo>
                  <a:lnTo>
                    <a:pt x="6910755" y="207263"/>
                  </a:lnTo>
                  <a:lnTo>
                    <a:pt x="6910755" y="351663"/>
                  </a:lnTo>
                  <a:lnTo>
                    <a:pt x="6847128" y="351663"/>
                  </a:lnTo>
                  <a:lnTo>
                    <a:pt x="6847128" y="6095"/>
                  </a:lnTo>
                  <a:lnTo>
                    <a:pt x="6851538" y="5978"/>
                  </a:lnTo>
                  <a:lnTo>
                    <a:pt x="6859638" y="5635"/>
                  </a:lnTo>
                  <a:lnTo>
                    <a:pt x="6871453" y="5078"/>
                  </a:lnTo>
                  <a:lnTo>
                    <a:pt x="6887006" y="4317"/>
                  </a:lnTo>
                  <a:lnTo>
                    <a:pt x="6903489" y="3557"/>
                  </a:lnTo>
                  <a:lnTo>
                    <a:pt x="6918280" y="3000"/>
                  </a:lnTo>
                  <a:lnTo>
                    <a:pt x="6931405" y="2657"/>
                  </a:lnTo>
                  <a:lnTo>
                    <a:pt x="6942886" y="2539"/>
                  </a:lnTo>
                  <a:close/>
                </a:path>
                <a:path w="7113270" h="357505">
                  <a:moveTo>
                    <a:pt x="3745534" y="2539"/>
                  </a:moveTo>
                  <a:lnTo>
                    <a:pt x="3803115" y="8899"/>
                  </a:lnTo>
                  <a:lnTo>
                    <a:pt x="3844229" y="27987"/>
                  </a:lnTo>
                  <a:lnTo>
                    <a:pt x="3868889" y="59815"/>
                  </a:lnTo>
                  <a:lnTo>
                    <a:pt x="3877106" y="104393"/>
                  </a:lnTo>
                  <a:lnTo>
                    <a:pt x="3875965" y="119395"/>
                  </a:lnTo>
                  <a:lnTo>
                    <a:pt x="3858945" y="160400"/>
                  </a:lnTo>
                  <a:lnTo>
                    <a:pt x="3826441" y="189868"/>
                  </a:lnTo>
                  <a:lnTo>
                    <a:pt x="3813225" y="195961"/>
                  </a:lnTo>
                  <a:lnTo>
                    <a:pt x="3914317" y="350138"/>
                  </a:lnTo>
                  <a:lnTo>
                    <a:pt x="4044238" y="4699"/>
                  </a:lnTo>
                  <a:lnTo>
                    <a:pt x="4096816" y="4699"/>
                  </a:lnTo>
                  <a:lnTo>
                    <a:pt x="3966895" y="351663"/>
                  </a:lnTo>
                  <a:lnTo>
                    <a:pt x="3915333" y="351663"/>
                  </a:lnTo>
                  <a:lnTo>
                    <a:pt x="3913809" y="351663"/>
                  </a:lnTo>
                  <a:lnTo>
                    <a:pt x="3844594" y="351663"/>
                  </a:lnTo>
                  <a:lnTo>
                    <a:pt x="3752392" y="208914"/>
                  </a:lnTo>
                  <a:lnTo>
                    <a:pt x="3744729" y="208746"/>
                  </a:lnTo>
                  <a:lnTo>
                    <a:pt x="3735660" y="208422"/>
                  </a:lnTo>
                  <a:lnTo>
                    <a:pt x="3725210" y="207932"/>
                  </a:lnTo>
                  <a:lnTo>
                    <a:pt x="3713403" y="207263"/>
                  </a:lnTo>
                  <a:lnTo>
                    <a:pt x="3713403" y="351663"/>
                  </a:lnTo>
                  <a:lnTo>
                    <a:pt x="3649776" y="351663"/>
                  </a:lnTo>
                  <a:lnTo>
                    <a:pt x="3649776" y="6095"/>
                  </a:lnTo>
                  <a:lnTo>
                    <a:pt x="3654186" y="5978"/>
                  </a:lnTo>
                  <a:lnTo>
                    <a:pt x="3662286" y="5635"/>
                  </a:lnTo>
                  <a:lnTo>
                    <a:pt x="3674101" y="5078"/>
                  </a:lnTo>
                  <a:lnTo>
                    <a:pt x="3689654" y="4317"/>
                  </a:lnTo>
                  <a:lnTo>
                    <a:pt x="3706137" y="3557"/>
                  </a:lnTo>
                  <a:lnTo>
                    <a:pt x="3720928" y="3000"/>
                  </a:lnTo>
                  <a:lnTo>
                    <a:pt x="3734053" y="2657"/>
                  </a:lnTo>
                  <a:lnTo>
                    <a:pt x="3745534" y="2539"/>
                  </a:lnTo>
                  <a:close/>
                </a:path>
                <a:path w="7113270" h="357505">
                  <a:moveTo>
                    <a:pt x="6083477" y="1397"/>
                  </a:moveTo>
                  <a:lnTo>
                    <a:pt x="6110401" y="1397"/>
                  </a:lnTo>
                  <a:lnTo>
                    <a:pt x="6249339" y="351663"/>
                  </a:lnTo>
                  <a:lnTo>
                    <a:pt x="6181648" y="351663"/>
                  </a:lnTo>
                  <a:lnTo>
                    <a:pt x="6156375" y="281559"/>
                  </a:lnTo>
                  <a:lnTo>
                    <a:pt x="6038011" y="281559"/>
                  </a:lnTo>
                  <a:lnTo>
                    <a:pt x="6013881" y="351663"/>
                  </a:lnTo>
                  <a:lnTo>
                    <a:pt x="5949873" y="351663"/>
                  </a:lnTo>
                  <a:lnTo>
                    <a:pt x="5945682" y="351663"/>
                  </a:lnTo>
                  <a:lnTo>
                    <a:pt x="5879134" y="351663"/>
                  </a:lnTo>
                  <a:lnTo>
                    <a:pt x="5786932" y="208914"/>
                  </a:lnTo>
                  <a:lnTo>
                    <a:pt x="5779269" y="208746"/>
                  </a:lnTo>
                  <a:lnTo>
                    <a:pt x="5770200" y="208422"/>
                  </a:lnTo>
                  <a:lnTo>
                    <a:pt x="5759750" y="207932"/>
                  </a:lnTo>
                  <a:lnTo>
                    <a:pt x="5747943" y="207263"/>
                  </a:lnTo>
                  <a:lnTo>
                    <a:pt x="5747943" y="351663"/>
                  </a:lnTo>
                  <a:lnTo>
                    <a:pt x="5684316" y="351663"/>
                  </a:lnTo>
                  <a:lnTo>
                    <a:pt x="5684316" y="6095"/>
                  </a:lnTo>
                  <a:lnTo>
                    <a:pt x="5688726" y="5978"/>
                  </a:lnTo>
                  <a:lnTo>
                    <a:pt x="5696826" y="5635"/>
                  </a:lnTo>
                  <a:lnTo>
                    <a:pt x="5708641" y="5078"/>
                  </a:lnTo>
                  <a:lnTo>
                    <a:pt x="5724194" y="4317"/>
                  </a:lnTo>
                  <a:lnTo>
                    <a:pt x="5740677" y="3557"/>
                  </a:lnTo>
                  <a:lnTo>
                    <a:pt x="5755468" y="3000"/>
                  </a:lnTo>
                  <a:lnTo>
                    <a:pt x="5768593" y="2657"/>
                  </a:lnTo>
                  <a:lnTo>
                    <a:pt x="5780074" y="2539"/>
                  </a:lnTo>
                  <a:lnTo>
                    <a:pt x="5837655" y="8899"/>
                  </a:lnTo>
                  <a:lnTo>
                    <a:pt x="5878769" y="27987"/>
                  </a:lnTo>
                  <a:lnTo>
                    <a:pt x="5903429" y="59815"/>
                  </a:lnTo>
                  <a:lnTo>
                    <a:pt x="5911646" y="104393"/>
                  </a:lnTo>
                  <a:lnTo>
                    <a:pt x="5910505" y="119395"/>
                  </a:lnTo>
                  <a:lnTo>
                    <a:pt x="5893485" y="160400"/>
                  </a:lnTo>
                  <a:lnTo>
                    <a:pt x="5860981" y="189868"/>
                  </a:lnTo>
                  <a:lnTo>
                    <a:pt x="5847765" y="195961"/>
                  </a:lnTo>
                  <a:lnTo>
                    <a:pt x="5947333" y="347725"/>
                  </a:lnTo>
                  <a:lnTo>
                    <a:pt x="6083477" y="1397"/>
                  </a:lnTo>
                  <a:close/>
                </a:path>
                <a:path w="7113270" h="357505">
                  <a:moveTo>
                    <a:pt x="5481497" y="1397"/>
                  </a:moveTo>
                  <a:lnTo>
                    <a:pt x="5508421" y="1397"/>
                  </a:lnTo>
                  <a:lnTo>
                    <a:pt x="5647359" y="351663"/>
                  </a:lnTo>
                  <a:lnTo>
                    <a:pt x="5579668" y="351663"/>
                  </a:lnTo>
                  <a:lnTo>
                    <a:pt x="5554395" y="281559"/>
                  </a:lnTo>
                  <a:lnTo>
                    <a:pt x="5436031" y="281559"/>
                  </a:lnTo>
                  <a:lnTo>
                    <a:pt x="5411901" y="351663"/>
                  </a:lnTo>
                  <a:lnTo>
                    <a:pt x="5343702" y="351663"/>
                  </a:lnTo>
                  <a:lnTo>
                    <a:pt x="5481497" y="1397"/>
                  </a:lnTo>
                  <a:close/>
                </a:path>
                <a:path w="7113270" h="357505">
                  <a:moveTo>
                    <a:pt x="1264589" y="1397"/>
                  </a:moveTo>
                  <a:lnTo>
                    <a:pt x="1291513" y="1397"/>
                  </a:lnTo>
                  <a:lnTo>
                    <a:pt x="1430451" y="351663"/>
                  </a:lnTo>
                  <a:lnTo>
                    <a:pt x="1362760" y="351663"/>
                  </a:lnTo>
                  <a:lnTo>
                    <a:pt x="1337487" y="281559"/>
                  </a:lnTo>
                  <a:lnTo>
                    <a:pt x="1219123" y="281559"/>
                  </a:lnTo>
                  <a:lnTo>
                    <a:pt x="1194993" y="351663"/>
                  </a:lnTo>
                  <a:lnTo>
                    <a:pt x="1126794" y="351663"/>
                  </a:lnTo>
                  <a:lnTo>
                    <a:pt x="1264589" y="1397"/>
                  </a:lnTo>
                  <a:close/>
                </a:path>
                <a:path w="7113270" h="357505">
                  <a:moveTo>
                    <a:pt x="415721" y="1397"/>
                  </a:moveTo>
                  <a:lnTo>
                    <a:pt x="442620" y="1397"/>
                  </a:lnTo>
                  <a:lnTo>
                    <a:pt x="581558" y="351663"/>
                  </a:lnTo>
                  <a:lnTo>
                    <a:pt x="513854" y="351663"/>
                  </a:lnTo>
                  <a:lnTo>
                    <a:pt x="488619" y="281559"/>
                  </a:lnTo>
                  <a:lnTo>
                    <a:pt x="370192" y="281559"/>
                  </a:lnTo>
                  <a:lnTo>
                    <a:pt x="346138" y="351663"/>
                  </a:lnTo>
                  <a:lnTo>
                    <a:pt x="277964" y="351663"/>
                  </a:lnTo>
                  <a:lnTo>
                    <a:pt x="415721" y="1397"/>
                  </a:lnTo>
                  <a:close/>
                </a:path>
                <a:path w="7113270" h="357505">
                  <a:moveTo>
                    <a:pt x="4276140" y="126"/>
                  </a:moveTo>
                  <a:lnTo>
                    <a:pt x="4304360" y="1650"/>
                  </a:lnTo>
                  <a:lnTo>
                    <a:pt x="4329591" y="6223"/>
                  </a:lnTo>
                  <a:lnTo>
                    <a:pt x="4351846" y="13843"/>
                  </a:lnTo>
                  <a:lnTo>
                    <a:pt x="4371136" y="24511"/>
                  </a:lnTo>
                  <a:lnTo>
                    <a:pt x="4345990" y="75184"/>
                  </a:lnTo>
                  <a:lnTo>
                    <a:pt x="4334154" y="66202"/>
                  </a:lnTo>
                  <a:lnTo>
                    <a:pt x="4319209" y="59816"/>
                  </a:lnTo>
                  <a:lnTo>
                    <a:pt x="4301145" y="56003"/>
                  </a:lnTo>
                  <a:lnTo>
                    <a:pt x="4279950" y="54737"/>
                  </a:lnTo>
                  <a:lnTo>
                    <a:pt x="4259305" y="56999"/>
                  </a:lnTo>
                  <a:lnTo>
                    <a:pt x="4223872" y="75096"/>
                  </a:lnTo>
                  <a:lnTo>
                    <a:pt x="4197063" y="110222"/>
                  </a:lnTo>
                  <a:lnTo>
                    <a:pt x="4183260" y="155993"/>
                  </a:lnTo>
                  <a:lnTo>
                    <a:pt x="4181525" y="182499"/>
                  </a:lnTo>
                  <a:lnTo>
                    <a:pt x="4183123" y="208787"/>
                  </a:lnTo>
                  <a:lnTo>
                    <a:pt x="4195938" y="252793"/>
                  </a:lnTo>
                  <a:lnTo>
                    <a:pt x="4221014" y="284751"/>
                  </a:lnTo>
                  <a:lnTo>
                    <a:pt x="4275378" y="303022"/>
                  </a:lnTo>
                  <a:lnTo>
                    <a:pt x="4298504" y="300851"/>
                  </a:lnTo>
                  <a:lnTo>
                    <a:pt x="4318939" y="294322"/>
                  </a:lnTo>
                  <a:lnTo>
                    <a:pt x="4336707" y="283412"/>
                  </a:lnTo>
                  <a:lnTo>
                    <a:pt x="4351832" y="268097"/>
                  </a:lnTo>
                  <a:lnTo>
                    <a:pt x="4380407" y="317753"/>
                  </a:lnTo>
                  <a:lnTo>
                    <a:pt x="4359454" y="335162"/>
                  </a:lnTo>
                  <a:lnTo>
                    <a:pt x="4334132" y="347583"/>
                  </a:lnTo>
                  <a:lnTo>
                    <a:pt x="4304451" y="355026"/>
                  </a:lnTo>
                  <a:lnTo>
                    <a:pt x="4270425" y="357504"/>
                  </a:lnTo>
                  <a:lnTo>
                    <a:pt x="4236252" y="354528"/>
                  </a:lnTo>
                  <a:lnTo>
                    <a:pt x="4180003" y="330715"/>
                  </a:lnTo>
                  <a:lnTo>
                    <a:pt x="4140401" y="283900"/>
                  </a:lnTo>
                  <a:lnTo>
                    <a:pt x="4120399" y="218940"/>
                  </a:lnTo>
                  <a:lnTo>
                    <a:pt x="4117898" y="179959"/>
                  </a:lnTo>
                  <a:lnTo>
                    <a:pt x="4120665" y="143164"/>
                  </a:lnTo>
                  <a:lnTo>
                    <a:pt x="4142866" y="79053"/>
                  </a:lnTo>
                  <a:lnTo>
                    <a:pt x="4186111" y="29166"/>
                  </a:lnTo>
                  <a:lnTo>
                    <a:pt x="4243019" y="3361"/>
                  </a:lnTo>
                  <a:lnTo>
                    <a:pt x="4276140" y="126"/>
                  </a:lnTo>
                  <a:close/>
                </a:path>
                <a:path w="7113270" h="357505">
                  <a:moveTo>
                    <a:pt x="1007160" y="126"/>
                  </a:moveTo>
                  <a:lnTo>
                    <a:pt x="1035380" y="1650"/>
                  </a:lnTo>
                  <a:lnTo>
                    <a:pt x="1060611" y="6223"/>
                  </a:lnTo>
                  <a:lnTo>
                    <a:pt x="1082866" y="13843"/>
                  </a:lnTo>
                  <a:lnTo>
                    <a:pt x="1102156" y="24511"/>
                  </a:lnTo>
                  <a:lnTo>
                    <a:pt x="1077010" y="75184"/>
                  </a:lnTo>
                  <a:lnTo>
                    <a:pt x="1065174" y="66202"/>
                  </a:lnTo>
                  <a:lnTo>
                    <a:pt x="1050229" y="59816"/>
                  </a:lnTo>
                  <a:lnTo>
                    <a:pt x="1032165" y="56003"/>
                  </a:lnTo>
                  <a:lnTo>
                    <a:pt x="1010970" y="54737"/>
                  </a:lnTo>
                  <a:lnTo>
                    <a:pt x="990325" y="56999"/>
                  </a:lnTo>
                  <a:lnTo>
                    <a:pt x="954892" y="75096"/>
                  </a:lnTo>
                  <a:lnTo>
                    <a:pt x="928083" y="110222"/>
                  </a:lnTo>
                  <a:lnTo>
                    <a:pt x="914280" y="155993"/>
                  </a:lnTo>
                  <a:lnTo>
                    <a:pt x="912545" y="182499"/>
                  </a:lnTo>
                  <a:lnTo>
                    <a:pt x="914143" y="208787"/>
                  </a:lnTo>
                  <a:lnTo>
                    <a:pt x="926958" y="252793"/>
                  </a:lnTo>
                  <a:lnTo>
                    <a:pt x="952034" y="284751"/>
                  </a:lnTo>
                  <a:lnTo>
                    <a:pt x="1006398" y="303022"/>
                  </a:lnTo>
                  <a:lnTo>
                    <a:pt x="1029524" y="300851"/>
                  </a:lnTo>
                  <a:lnTo>
                    <a:pt x="1049959" y="294322"/>
                  </a:lnTo>
                  <a:lnTo>
                    <a:pt x="1067727" y="283412"/>
                  </a:lnTo>
                  <a:lnTo>
                    <a:pt x="1082852" y="268097"/>
                  </a:lnTo>
                  <a:lnTo>
                    <a:pt x="1111427" y="317753"/>
                  </a:lnTo>
                  <a:lnTo>
                    <a:pt x="1090474" y="335162"/>
                  </a:lnTo>
                  <a:lnTo>
                    <a:pt x="1065152" y="347583"/>
                  </a:lnTo>
                  <a:lnTo>
                    <a:pt x="1035471" y="355026"/>
                  </a:lnTo>
                  <a:lnTo>
                    <a:pt x="1001445" y="357504"/>
                  </a:lnTo>
                  <a:lnTo>
                    <a:pt x="967272" y="354528"/>
                  </a:lnTo>
                  <a:lnTo>
                    <a:pt x="911023" y="330715"/>
                  </a:lnTo>
                  <a:lnTo>
                    <a:pt x="871421" y="283900"/>
                  </a:lnTo>
                  <a:lnTo>
                    <a:pt x="851419" y="218940"/>
                  </a:lnTo>
                  <a:lnTo>
                    <a:pt x="848918" y="179959"/>
                  </a:lnTo>
                  <a:lnTo>
                    <a:pt x="851685" y="143164"/>
                  </a:lnTo>
                  <a:lnTo>
                    <a:pt x="873886" y="79053"/>
                  </a:lnTo>
                  <a:lnTo>
                    <a:pt x="917131" y="29166"/>
                  </a:lnTo>
                  <a:lnTo>
                    <a:pt x="974039" y="3361"/>
                  </a:lnTo>
                  <a:lnTo>
                    <a:pt x="1007160" y="126"/>
                  </a:lnTo>
                  <a:close/>
                </a:path>
                <a:path w="7113270" h="357505">
                  <a:moveTo>
                    <a:pt x="707428" y="126"/>
                  </a:moveTo>
                  <a:lnTo>
                    <a:pt x="735393" y="1531"/>
                  </a:lnTo>
                  <a:lnTo>
                    <a:pt x="759379" y="5746"/>
                  </a:lnTo>
                  <a:lnTo>
                    <a:pt x="779385" y="12771"/>
                  </a:lnTo>
                  <a:lnTo>
                    <a:pt x="795413" y="22605"/>
                  </a:lnTo>
                  <a:lnTo>
                    <a:pt x="776770" y="75437"/>
                  </a:lnTo>
                  <a:lnTo>
                    <a:pt x="760394" y="65343"/>
                  </a:lnTo>
                  <a:lnTo>
                    <a:pt x="743573" y="58118"/>
                  </a:lnTo>
                  <a:lnTo>
                    <a:pt x="726308" y="53774"/>
                  </a:lnTo>
                  <a:lnTo>
                    <a:pt x="708596" y="52324"/>
                  </a:lnTo>
                  <a:lnTo>
                    <a:pt x="698581" y="53016"/>
                  </a:lnTo>
                  <a:lnTo>
                    <a:pt x="666935" y="76390"/>
                  </a:lnTo>
                  <a:lnTo>
                    <a:pt x="664019" y="92710"/>
                  </a:lnTo>
                  <a:lnTo>
                    <a:pt x="668132" y="107711"/>
                  </a:lnTo>
                  <a:lnTo>
                    <a:pt x="680470" y="122999"/>
                  </a:lnTo>
                  <a:lnTo>
                    <a:pt x="701036" y="138572"/>
                  </a:lnTo>
                  <a:lnTo>
                    <a:pt x="729830" y="154431"/>
                  </a:lnTo>
                  <a:lnTo>
                    <a:pt x="745958" y="162742"/>
                  </a:lnTo>
                  <a:lnTo>
                    <a:pt x="759671" y="170719"/>
                  </a:lnTo>
                  <a:lnTo>
                    <a:pt x="793349" y="201168"/>
                  </a:lnTo>
                  <a:lnTo>
                    <a:pt x="809210" y="239061"/>
                  </a:lnTo>
                  <a:lnTo>
                    <a:pt x="811212" y="261365"/>
                  </a:lnTo>
                  <a:lnTo>
                    <a:pt x="809141" y="281394"/>
                  </a:lnTo>
                  <a:lnTo>
                    <a:pt x="792572" y="315926"/>
                  </a:lnTo>
                  <a:lnTo>
                    <a:pt x="760097" y="342288"/>
                  </a:lnTo>
                  <a:lnTo>
                    <a:pt x="715686" y="355814"/>
                  </a:lnTo>
                  <a:lnTo>
                    <a:pt x="689254" y="357504"/>
                  </a:lnTo>
                  <a:lnTo>
                    <a:pt x="665668" y="355955"/>
                  </a:lnTo>
                  <a:lnTo>
                    <a:pt x="643259" y="351297"/>
                  </a:lnTo>
                  <a:lnTo>
                    <a:pt x="622029" y="343521"/>
                  </a:lnTo>
                  <a:lnTo>
                    <a:pt x="601980" y="332613"/>
                  </a:lnTo>
                  <a:lnTo>
                    <a:pt x="624624" y="277622"/>
                  </a:lnTo>
                  <a:lnTo>
                    <a:pt x="642714" y="288770"/>
                  </a:lnTo>
                  <a:lnTo>
                    <a:pt x="660657" y="296703"/>
                  </a:lnTo>
                  <a:lnTo>
                    <a:pt x="678452" y="301446"/>
                  </a:lnTo>
                  <a:lnTo>
                    <a:pt x="696099" y="303022"/>
                  </a:lnTo>
                  <a:lnTo>
                    <a:pt x="719735" y="300664"/>
                  </a:lnTo>
                  <a:lnTo>
                    <a:pt x="736619" y="293592"/>
                  </a:lnTo>
                  <a:lnTo>
                    <a:pt x="746748" y="281805"/>
                  </a:lnTo>
                  <a:lnTo>
                    <a:pt x="750125" y="265302"/>
                  </a:lnTo>
                  <a:lnTo>
                    <a:pt x="749328" y="256561"/>
                  </a:lnTo>
                  <a:lnTo>
                    <a:pt x="729327" y="223333"/>
                  </a:lnTo>
                  <a:lnTo>
                    <a:pt x="684898" y="195579"/>
                  </a:lnTo>
                  <a:lnTo>
                    <a:pt x="666643" y="186102"/>
                  </a:lnTo>
                  <a:lnTo>
                    <a:pt x="651633" y="177482"/>
                  </a:lnTo>
                  <a:lnTo>
                    <a:pt x="619140" y="148764"/>
                  </a:lnTo>
                  <a:lnTo>
                    <a:pt x="603155" y="103616"/>
                  </a:lnTo>
                  <a:lnTo>
                    <a:pt x="602691" y="93090"/>
                  </a:lnTo>
                  <a:lnTo>
                    <a:pt x="604525" y="73923"/>
                  </a:lnTo>
                  <a:lnTo>
                    <a:pt x="632053" y="26542"/>
                  </a:lnTo>
                  <a:lnTo>
                    <a:pt x="665583" y="6762"/>
                  </a:lnTo>
                  <a:lnTo>
                    <a:pt x="685465" y="1789"/>
                  </a:lnTo>
                  <a:lnTo>
                    <a:pt x="707428" y="126"/>
                  </a:lnTo>
                  <a:close/>
                </a:path>
                <a:path w="7113270" h="357505">
                  <a:moveTo>
                    <a:pt x="158280" y="126"/>
                  </a:moveTo>
                  <a:lnTo>
                    <a:pt x="186517" y="1650"/>
                  </a:lnTo>
                  <a:lnTo>
                    <a:pt x="211774" y="6223"/>
                  </a:lnTo>
                  <a:lnTo>
                    <a:pt x="234052" y="13843"/>
                  </a:lnTo>
                  <a:lnTo>
                    <a:pt x="253352" y="24511"/>
                  </a:lnTo>
                  <a:lnTo>
                    <a:pt x="228104" y="75184"/>
                  </a:lnTo>
                  <a:lnTo>
                    <a:pt x="216281" y="66202"/>
                  </a:lnTo>
                  <a:lnTo>
                    <a:pt x="201331" y="59816"/>
                  </a:lnTo>
                  <a:lnTo>
                    <a:pt x="183254" y="56003"/>
                  </a:lnTo>
                  <a:lnTo>
                    <a:pt x="162051" y="54737"/>
                  </a:lnTo>
                  <a:lnTo>
                    <a:pt x="141442" y="56999"/>
                  </a:lnTo>
                  <a:lnTo>
                    <a:pt x="106061" y="75096"/>
                  </a:lnTo>
                  <a:lnTo>
                    <a:pt x="79212" y="110222"/>
                  </a:lnTo>
                  <a:lnTo>
                    <a:pt x="65414" y="155993"/>
                  </a:lnTo>
                  <a:lnTo>
                    <a:pt x="63690" y="182499"/>
                  </a:lnTo>
                  <a:lnTo>
                    <a:pt x="65290" y="208787"/>
                  </a:lnTo>
                  <a:lnTo>
                    <a:pt x="78086" y="252793"/>
                  </a:lnTo>
                  <a:lnTo>
                    <a:pt x="103149" y="284751"/>
                  </a:lnTo>
                  <a:lnTo>
                    <a:pt x="157581" y="303022"/>
                  </a:lnTo>
                  <a:lnTo>
                    <a:pt x="180667" y="300851"/>
                  </a:lnTo>
                  <a:lnTo>
                    <a:pt x="201101" y="294322"/>
                  </a:lnTo>
                  <a:lnTo>
                    <a:pt x="218882" y="283412"/>
                  </a:lnTo>
                  <a:lnTo>
                    <a:pt x="234010" y="268097"/>
                  </a:lnTo>
                  <a:lnTo>
                    <a:pt x="262547" y="317753"/>
                  </a:lnTo>
                  <a:lnTo>
                    <a:pt x="241610" y="335162"/>
                  </a:lnTo>
                  <a:lnTo>
                    <a:pt x="216311" y="347583"/>
                  </a:lnTo>
                  <a:lnTo>
                    <a:pt x="186646" y="355026"/>
                  </a:lnTo>
                  <a:lnTo>
                    <a:pt x="152615" y="357504"/>
                  </a:lnTo>
                  <a:lnTo>
                    <a:pt x="118430" y="354528"/>
                  </a:lnTo>
                  <a:lnTo>
                    <a:pt x="62176" y="330715"/>
                  </a:lnTo>
                  <a:lnTo>
                    <a:pt x="22556" y="283900"/>
                  </a:lnTo>
                  <a:lnTo>
                    <a:pt x="2505" y="218940"/>
                  </a:lnTo>
                  <a:lnTo>
                    <a:pt x="0" y="179959"/>
                  </a:lnTo>
                  <a:lnTo>
                    <a:pt x="2778" y="143164"/>
                  </a:lnTo>
                  <a:lnTo>
                    <a:pt x="25010" y="79053"/>
                  </a:lnTo>
                  <a:lnTo>
                    <a:pt x="68250" y="29166"/>
                  </a:lnTo>
                  <a:lnTo>
                    <a:pt x="125162" y="3361"/>
                  </a:lnTo>
                  <a:lnTo>
                    <a:pt x="158280" y="126"/>
                  </a:lnTo>
                  <a:close/>
                </a:path>
                <a:path w="7113270" h="357505">
                  <a:moveTo>
                    <a:pt x="6639356" y="0"/>
                  </a:moveTo>
                  <a:lnTo>
                    <a:pt x="6705079" y="11541"/>
                  </a:lnTo>
                  <a:lnTo>
                    <a:pt x="6753275" y="46227"/>
                  </a:lnTo>
                  <a:lnTo>
                    <a:pt x="6782819" y="101726"/>
                  </a:lnTo>
                  <a:lnTo>
                    <a:pt x="6792645" y="175894"/>
                  </a:lnTo>
                  <a:lnTo>
                    <a:pt x="6790074" y="215542"/>
                  </a:lnTo>
                  <a:lnTo>
                    <a:pt x="6769500" y="281836"/>
                  </a:lnTo>
                  <a:lnTo>
                    <a:pt x="6728758" y="329965"/>
                  </a:lnTo>
                  <a:lnTo>
                    <a:pt x="6670326" y="354453"/>
                  </a:lnTo>
                  <a:lnTo>
                    <a:pt x="6634657" y="357504"/>
                  </a:lnTo>
                  <a:lnTo>
                    <a:pt x="6601842" y="354478"/>
                  </a:lnTo>
                  <a:lnTo>
                    <a:pt x="6548450" y="330233"/>
                  </a:lnTo>
                  <a:lnTo>
                    <a:pt x="6511608" y="282461"/>
                  </a:lnTo>
                  <a:lnTo>
                    <a:pt x="6493078" y="215925"/>
                  </a:lnTo>
                  <a:lnTo>
                    <a:pt x="6490766" y="175894"/>
                  </a:lnTo>
                  <a:lnTo>
                    <a:pt x="6493290" y="140440"/>
                  </a:lnTo>
                  <a:lnTo>
                    <a:pt x="6513483" y="78007"/>
                  </a:lnTo>
                  <a:lnTo>
                    <a:pt x="6553113" y="28717"/>
                  </a:lnTo>
                  <a:lnTo>
                    <a:pt x="6607180" y="3190"/>
                  </a:lnTo>
                  <a:lnTo>
                    <a:pt x="6639356" y="0"/>
                  </a:lnTo>
                  <a:close/>
                </a:path>
                <a:path w="7113270" h="357505">
                  <a:moveTo>
                    <a:pt x="4562144" y="0"/>
                  </a:moveTo>
                  <a:lnTo>
                    <a:pt x="4627867" y="11541"/>
                  </a:lnTo>
                  <a:lnTo>
                    <a:pt x="4676063" y="46227"/>
                  </a:lnTo>
                  <a:lnTo>
                    <a:pt x="4705607" y="101726"/>
                  </a:lnTo>
                  <a:lnTo>
                    <a:pt x="4715433" y="175894"/>
                  </a:lnTo>
                  <a:lnTo>
                    <a:pt x="4712862" y="215542"/>
                  </a:lnTo>
                  <a:lnTo>
                    <a:pt x="4692288" y="281836"/>
                  </a:lnTo>
                  <a:lnTo>
                    <a:pt x="4651546" y="329965"/>
                  </a:lnTo>
                  <a:lnTo>
                    <a:pt x="4593114" y="354453"/>
                  </a:lnTo>
                  <a:lnTo>
                    <a:pt x="4557445" y="357504"/>
                  </a:lnTo>
                  <a:lnTo>
                    <a:pt x="4524630" y="354478"/>
                  </a:lnTo>
                  <a:lnTo>
                    <a:pt x="4471238" y="330233"/>
                  </a:lnTo>
                  <a:lnTo>
                    <a:pt x="4434396" y="282461"/>
                  </a:lnTo>
                  <a:lnTo>
                    <a:pt x="4415866" y="215925"/>
                  </a:lnTo>
                  <a:lnTo>
                    <a:pt x="4413554" y="175894"/>
                  </a:lnTo>
                  <a:lnTo>
                    <a:pt x="4416078" y="140440"/>
                  </a:lnTo>
                  <a:lnTo>
                    <a:pt x="4436271" y="78007"/>
                  </a:lnTo>
                  <a:lnTo>
                    <a:pt x="4475901" y="28717"/>
                  </a:lnTo>
                  <a:lnTo>
                    <a:pt x="4529968" y="3190"/>
                  </a:lnTo>
                  <a:lnTo>
                    <a:pt x="4562144" y="0"/>
                  </a:lnTo>
                  <a:close/>
                </a:path>
              </a:pathLst>
            </a:custGeom>
            <a:ln w="3175">
              <a:solidFill>
                <a:srgbClr val="5813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5940" y="1775205"/>
            <a:ext cx="7060565" cy="347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08585" indent="-274320">
              <a:lnSpc>
                <a:spcPct val="100000"/>
              </a:lnSpc>
              <a:spcBef>
                <a:spcPts val="1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This function blocks stores and </a:t>
            </a:r>
            <a:r>
              <a:rPr sz="2400" spc="-5" dirty="0">
                <a:latin typeface="Times New Roman"/>
                <a:cs typeface="Times New Roman"/>
              </a:rPr>
              <a:t>compare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IDS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80" dirty="0">
                <a:latin typeface="Times New Roman"/>
                <a:cs typeface="Times New Roman"/>
              </a:rPr>
              <a:t>all  </a:t>
            </a:r>
            <a:r>
              <a:rPr sz="2400" spc="-25" dirty="0">
                <a:latin typeface="Times New Roman"/>
                <a:cs typeface="Times New Roman"/>
              </a:rPr>
              <a:t>8259’s </a:t>
            </a:r>
            <a:r>
              <a:rPr sz="2400" dirty="0">
                <a:latin typeface="Times New Roman"/>
                <a:cs typeface="Times New Roman"/>
              </a:rPr>
              <a:t>in the reg. The associated 3-I/O pins </a:t>
            </a:r>
            <a:r>
              <a:rPr sz="2400" spc="-5" dirty="0">
                <a:latin typeface="Times New Roman"/>
                <a:cs typeface="Times New Roman"/>
              </a:rPr>
              <a:t>(CAS0-  CAS2) </a:t>
            </a:r>
            <a:r>
              <a:rPr sz="2400" dirty="0">
                <a:latin typeface="Times New Roman"/>
                <a:cs typeface="Times New Roman"/>
              </a:rPr>
              <a:t>are outputs when 8259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used 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master.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363220" algn="l"/>
                <a:tab pos="363855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Master and are inputs when 8259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slave.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 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Times New Roman"/>
                <a:cs typeface="Times New Roman"/>
              </a:rPr>
              <a:t>master,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8259 </a:t>
            </a:r>
            <a:r>
              <a:rPr sz="2400" dirty="0">
                <a:latin typeface="Times New Roman"/>
                <a:cs typeface="Times New Roman"/>
              </a:rPr>
              <a:t>sends the ID of the interrupting  slave device onto 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cas2-cas0.</a:t>
            </a:r>
            <a:endParaRPr sz="2400">
              <a:latin typeface="Times New Roman"/>
              <a:cs typeface="Times New Roman"/>
            </a:endParaRPr>
          </a:p>
          <a:p>
            <a:pPr marL="286385" marR="279400" indent="-274320" algn="just">
              <a:lnSpc>
                <a:spcPct val="100000"/>
              </a:lnSpc>
              <a:spcBef>
                <a:spcPts val="605"/>
              </a:spcBef>
              <a:buClr>
                <a:srgbClr val="B03E9A"/>
              </a:buClr>
              <a:buSzPct val="72916"/>
              <a:buFont typeface="Arial"/>
              <a:buChar char="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The slave thus selected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send its </a:t>
            </a:r>
            <a:r>
              <a:rPr sz="2400" spc="-45" dirty="0">
                <a:latin typeface="Times New Roman"/>
                <a:cs typeface="Times New Roman"/>
              </a:rPr>
              <a:t>pre-programmed  </a:t>
            </a:r>
            <a:r>
              <a:rPr sz="2400" dirty="0">
                <a:latin typeface="Times New Roman"/>
                <a:cs typeface="Times New Roman"/>
              </a:rPr>
              <a:t>subroutine address on to the data </a:t>
            </a:r>
            <a:r>
              <a:rPr sz="2400" spc="-5" dirty="0">
                <a:latin typeface="Times New Roman"/>
                <a:cs typeface="Times New Roman"/>
              </a:rPr>
              <a:t>bus </a:t>
            </a:r>
            <a:r>
              <a:rPr sz="2400" dirty="0">
                <a:latin typeface="Times New Roman"/>
                <a:cs typeface="Times New Roman"/>
              </a:rPr>
              <a:t>during the next  one or two successive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pulses.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9391" y="283463"/>
            <a:ext cx="7697724" cy="5405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557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 This logic block determines the priorities of the set in the  IRR.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</dc:creator>
  <cp:lastModifiedBy>VASU</cp:lastModifiedBy>
  <cp:revision>3</cp:revision>
  <dcterms:created xsi:type="dcterms:W3CDTF">2021-05-29T04:47:19Z</dcterms:created>
  <dcterms:modified xsi:type="dcterms:W3CDTF">2021-06-03T02:05:03Z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2017-09-21T00:00:00Z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2021-05-29T00:00:00Z</vt:filetime>
  </property>
</Properties>
</file>